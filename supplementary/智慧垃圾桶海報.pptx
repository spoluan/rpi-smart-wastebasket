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50" r:id="rId1"/>
  </p:sldMasterIdLst>
  <p:sldIdLst>
    <p:sldId id="256" r:id="rId2"/>
  </p:sldIdLst>
  <p:sldSz cx="21602700" cy="288036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9072">
          <p15:clr>
            <a:srgbClr val="A4A3A4"/>
          </p15:clr>
        </p15:guide>
        <p15:guide id="2" pos="680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6" d="100"/>
          <a:sy n="16" d="100"/>
        </p:scale>
        <p:origin x="2024" y="36"/>
      </p:cViewPr>
      <p:guideLst>
        <p:guide orient="horz" pos="9072"/>
        <p:guide pos="680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2840DBEB-9D62-4066-F611-CC92E45745EA}"/>
              </a:ext>
            </a:extLst>
          </p:cNvPr>
          <p:cNvSpPr/>
          <p:nvPr/>
        </p:nvSpPr>
        <p:spPr>
          <a:xfrm>
            <a:off x="6350" y="26882725"/>
            <a:ext cx="21596350" cy="19208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BE9F419F-6E88-CA6F-8251-ABB9C818EA39}"/>
              </a:ext>
            </a:extLst>
          </p:cNvPr>
          <p:cNvSpPr/>
          <p:nvPr/>
        </p:nvSpPr>
        <p:spPr>
          <a:xfrm>
            <a:off x="0" y="26604913"/>
            <a:ext cx="21596350" cy="268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a:extLst>
              <a:ext uri="{FF2B5EF4-FFF2-40B4-BE49-F238E27FC236}">
                <a16:creationId xmlns:a16="http://schemas.microsoft.com/office/drawing/2014/main" id="{A539B6BC-FAA2-75DD-D35E-AA86F2AAA7B1}"/>
              </a:ext>
            </a:extLst>
          </p:cNvPr>
          <p:cNvCxnSpPr/>
          <p:nvPr/>
        </p:nvCxnSpPr>
        <p:spPr>
          <a:xfrm>
            <a:off x="2139950" y="18241963"/>
            <a:ext cx="174974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944243" y="3187598"/>
            <a:ext cx="17822228" cy="14977872"/>
          </a:xfrm>
        </p:spPr>
        <p:txBody>
          <a:bodyPr/>
          <a:lstStyle>
            <a:lvl1pPr algn="l">
              <a:lnSpc>
                <a:spcPct val="85000"/>
              </a:lnSpc>
              <a:defRPr sz="18900" spc="-118" baseline="0">
                <a:solidFill>
                  <a:schemeClr val="tx1">
                    <a:lumMod val="85000"/>
                    <a:lumOff val="15000"/>
                  </a:schemeClr>
                </a:solid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1949152" y="18713608"/>
            <a:ext cx="17822228" cy="4800600"/>
          </a:xfrm>
        </p:spPr>
        <p:txBody>
          <a:bodyPr lIns="91440" rIns="91440"/>
          <a:lstStyle>
            <a:lvl1pPr marL="0" indent="0" algn="l">
              <a:buNone/>
              <a:defRPr sz="5670" cap="all" spc="472" baseline="0">
                <a:solidFill>
                  <a:schemeClr val="tx2"/>
                </a:solidFill>
                <a:latin typeface="+mj-lt"/>
              </a:defRPr>
            </a:lvl1pPr>
            <a:lvl2pPr marL="1080135" indent="0" algn="ctr">
              <a:buNone/>
              <a:defRPr sz="5670"/>
            </a:lvl2pPr>
            <a:lvl3pPr marL="2160270" indent="0" algn="ctr">
              <a:buNone/>
              <a:defRPr sz="5670"/>
            </a:lvl3pPr>
            <a:lvl4pPr marL="3240405" indent="0" algn="ctr">
              <a:buNone/>
              <a:defRPr sz="4725"/>
            </a:lvl4pPr>
            <a:lvl5pPr marL="4320540" indent="0" algn="ctr">
              <a:buNone/>
              <a:defRPr sz="4725"/>
            </a:lvl5pPr>
            <a:lvl6pPr marL="5400675" indent="0" algn="ctr">
              <a:buNone/>
              <a:defRPr sz="4725"/>
            </a:lvl6pPr>
            <a:lvl7pPr marL="6480810" indent="0" algn="ctr">
              <a:buNone/>
              <a:defRPr sz="4725"/>
            </a:lvl7pPr>
            <a:lvl8pPr marL="7560945" indent="0" algn="ctr">
              <a:buNone/>
              <a:defRPr sz="4725"/>
            </a:lvl8pPr>
            <a:lvl9pPr marL="8641080" indent="0" algn="ctr">
              <a:buNone/>
              <a:defRPr sz="4725"/>
            </a:lvl9pPr>
          </a:lstStyle>
          <a:p>
            <a:r>
              <a:rPr lang="zh-TW" altLang="en-US"/>
              <a:t>按一下以編輯母片子標題樣式</a:t>
            </a:r>
            <a:endParaRPr lang="en-US" dirty="0"/>
          </a:p>
        </p:txBody>
      </p:sp>
      <p:sp>
        <p:nvSpPr>
          <p:cNvPr id="7" name="Date Placeholder 3">
            <a:extLst>
              <a:ext uri="{FF2B5EF4-FFF2-40B4-BE49-F238E27FC236}">
                <a16:creationId xmlns:a16="http://schemas.microsoft.com/office/drawing/2014/main" id="{A18B8030-C4B3-7831-F5CB-87761780F8B2}"/>
              </a:ext>
            </a:extLst>
          </p:cNvPr>
          <p:cNvSpPr>
            <a:spLocks noGrp="1"/>
          </p:cNvSpPr>
          <p:nvPr>
            <p:ph type="dt" sz="half" idx="10"/>
          </p:nvPr>
        </p:nvSpPr>
        <p:spPr/>
        <p:txBody>
          <a:bodyPr rtlCol="0"/>
          <a:lstStyle>
            <a:lvl1pPr fontAlgn="auto">
              <a:spcBef>
                <a:spcPts val="0"/>
              </a:spcBef>
              <a:spcAft>
                <a:spcPts val="0"/>
              </a:spcAft>
              <a:defRPr sz="2126">
                <a:latin typeface="+mn-lt"/>
              </a:defRPr>
            </a:lvl1pPr>
          </a:lstStyle>
          <a:p>
            <a:pPr>
              <a:defRPr/>
            </a:pPr>
            <a:fld id="{F1FAC90A-1143-4CF2-A329-1507779931D6}" type="datetimeFigureOut">
              <a:rPr lang="zh-TW" altLang="en-US"/>
              <a:pPr>
                <a:defRPr/>
              </a:pPr>
              <a:t>2022/11/22</a:t>
            </a:fld>
            <a:endParaRPr lang="zh-TW" altLang="en-US"/>
          </a:p>
        </p:txBody>
      </p:sp>
      <p:sp>
        <p:nvSpPr>
          <p:cNvPr id="8" name="Footer Placeholder 4">
            <a:extLst>
              <a:ext uri="{FF2B5EF4-FFF2-40B4-BE49-F238E27FC236}">
                <a16:creationId xmlns:a16="http://schemas.microsoft.com/office/drawing/2014/main" id="{E1CBE687-B0EF-C9CD-DDDE-B4C9184AE40D}"/>
              </a:ext>
            </a:extLst>
          </p:cNvPr>
          <p:cNvSpPr>
            <a:spLocks noGrp="1"/>
          </p:cNvSpPr>
          <p:nvPr>
            <p:ph type="ftr" sz="quarter" idx="11"/>
          </p:nvPr>
        </p:nvSpPr>
        <p:spPr/>
        <p:txBody>
          <a:bodyPr rtlCol="0"/>
          <a:lstStyle>
            <a:lvl1pPr fontAlgn="auto">
              <a:spcBef>
                <a:spcPts val="0"/>
              </a:spcBef>
              <a:spcAft>
                <a:spcPts val="0"/>
              </a:spcAft>
              <a:defRPr sz="2126" cap="all">
                <a:latin typeface="+mn-lt"/>
              </a:defRPr>
            </a:lvl1pPr>
          </a:lstStyle>
          <a:p>
            <a:pPr>
              <a:defRPr/>
            </a:pPr>
            <a:endParaRPr lang="zh-TW" altLang="en-US"/>
          </a:p>
        </p:txBody>
      </p:sp>
      <p:sp>
        <p:nvSpPr>
          <p:cNvPr id="9" name="Slide Number Placeholder 5">
            <a:extLst>
              <a:ext uri="{FF2B5EF4-FFF2-40B4-BE49-F238E27FC236}">
                <a16:creationId xmlns:a16="http://schemas.microsoft.com/office/drawing/2014/main" id="{B0F2E025-5752-2892-0D39-5DCBEDBBF757}"/>
              </a:ext>
            </a:extLst>
          </p:cNvPr>
          <p:cNvSpPr>
            <a:spLocks noGrp="1"/>
          </p:cNvSpPr>
          <p:nvPr>
            <p:ph type="sldNum" sz="quarter" idx="12"/>
          </p:nvPr>
        </p:nvSpPr>
        <p:spPr/>
        <p:txBody>
          <a:bodyPr/>
          <a:lstStyle>
            <a:lvl1pPr>
              <a:defRPr/>
            </a:lvl1pPr>
          </a:lstStyle>
          <a:p>
            <a:fld id="{9C2CCBA0-20AE-4C98-A6DA-31A870D6ED78}" type="slidenum">
              <a:rPr lang="zh-TW" altLang="en-US"/>
              <a:pPr/>
              <a:t>‹#›</a:t>
            </a:fld>
            <a:endParaRPr lang="zh-TW" altLang="en-US"/>
          </a:p>
        </p:txBody>
      </p:sp>
    </p:spTree>
    <p:extLst>
      <p:ext uri="{BB962C8B-B14F-4D97-AF65-F5344CB8AC3E}">
        <p14:creationId xmlns:p14="http://schemas.microsoft.com/office/powerpoint/2010/main" val="1122011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a:extLst>
              <a:ext uri="{FF2B5EF4-FFF2-40B4-BE49-F238E27FC236}">
                <a16:creationId xmlns:a16="http://schemas.microsoft.com/office/drawing/2014/main" id="{DAFA211F-EE93-E7E2-5AEA-B403A9C507F8}"/>
              </a:ext>
            </a:extLst>
          </p:cNvPr>
          <p:cNvSpPr>
            <a:spLocks noGrp="1"/>
          </p:cNvSpPr>
          <p:nvPr>
            <p:ph type="dt" sz="half" idx="10"/>
          </p:nvPr>
        </p:nvSpPr>
        <p:spPr/>
        <p:txBody>
          <a:bodyPr/>
          <a:lstStyle>
            <a:lvl1pPr>
              <a:defRPr/>
            </a:lvl1pPr>
          </a:lstStyle>
          <a:p>
            <a:pPr>
              <a:defRPr/>
            </a:pPr>
            <a:fld id="{9FABFF06-81E6-481F-BE15-8BAA9EB7FC93}" type="datetimeFigureOut">
              <a:rPr lang="en-US" altLang="zh-TW"/>
              <a:pPr>
                <a:defRPr/>
              </a:pPr>
              <a:t>11/22/2022</a:t>
            </a:fld>
            <a:endParaRPr lang="en-US" altLang="zh-TW"/>
          </a:p>
        </p:txBody>
      </p:sp>
      <p:sp>
        <p:nvSpPr>
          <p:cNvPr id="5" name="Footer Placeholder 4">
            <a:extLst>
              <a:ext uri="{FF2B5EF4-FFF2-40B4-BE49-F238E27FC236}">
                <a16:creationId xmlns:a16="http://schemas.microsoft.com/office/drawing/2014/main" id="{AD5F563B-A0B4-EB65-C7C3-B71C9BA5B33B}"/>
              </a:ext>
            </a:extLst>
          </p:cNvPr>
          <p:cNvSpPr>
            <a:spLocks noGrp="1"/>
          </p:cNvSpPr>
          <p:nvPr>
            <p:ph type="ftr" sz="quarter" idx="11"/>
          </p:nvPr>
        </p:nvSpPr>
        <p:spPr/>
        <p:txBody>
          <a:bodyPr/>
          <a:lstStyle>
            <a:lvl1pPr>
              <a:defRPr/>
            </a:lvl1pPr>
          </a:lstStyle>
          <a:p>
            <a:pPr>
              <a:defRPr/>
            </a:pPr>
            <a:endParaRPr lang="en-US" altLang="zh-TW"/>
          </a:p>
        </p:txBody>
      </p:sp>
      <p:sp>
        <p:nvSpPr>
          <p:cNvPr id="6" name="Slide Number Placeholder 5">
            <a:extLst>
              <a:ext uri="{FF2B5EF4-FFF2-40B4-BE49-F238E27FC236}">
                <a16:creationId xmlns:a16="http://schemas.microsoft.com/office/drawing/2014/main" id="{38BAE4B8-3988-A569-2FD0-D40569EBB144}"/>
              </a:ext>
            </a:extLst>
          </p:cNvPr>
          <p:cNvSpPr>
            <a:spLocks noGrp="1"/>
          </p:cNvSpPr>
          <p:nvPr>
            <p:ph type="sldNum" sz="quarter" idx="12"/>
          </p:nvPr>
        </p:nvSpPr>
        <p:spPr/>
        <p:txBody>
          <a:bodyPr/>
          <a:lstStyle>
            <a:lvl1pPr>
              <a:defRPr/>
            </a:lvl1pPr>
          </a:lstStyle>
          <a:p>
            <a:fld id="{39CC5F23-9702-476D-9347-859E68E632EA}" type="slidenum">
              <a:rPr lang="en-US" altLang="zh-TW"/>
              <a:pPr/>
              <a:t>‹#›</a:t>
            </a:fld>
            <a:endParaRPr lang="en-US" altLang="zh-TW"/>
          </a:p>
        </p:txBody>
      </p:sp>
    </p:spTree>
    <p:extLst>
      <p:ext uri="{BB962C8B-B14F-4D97-AF65-F5344CB8AC3E}">
        <p14:creationId xmlns:p14="http://schemas.microsoft.com/office/powerpoint/2010/main" val="1692611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38A4C1A3-9465-2BEA-3791-DBC311F9D4BC}"/>
              </a:ext>
            </a:extLst>
          </p:cNvPr>
          <p:cNvSpPr/>
          <p:nvPr/>
        </p:nvSpPr>
        <p:spPr>
          <a:xfrm>
            <a:off x="6350" y="26882725"/>
            <a:ext cx="21596350" cy="19208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87DDD6A0-AE3A-9298-68C9-BEC4A8416E57}"/>
              </a:ext>
            </a:extLst>
          </p:cNvPr>
          <p:cNvSpPr/>
          <p:nvPr/>
        </p:nvSpPr>
        <p:spPr>
          <a:xfrm>
            <a:off x="0" y="26604913"/>
            <a:ext cx="21596350" cy="268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a:extLst>
              <a:ext uri="{FF2B5EF4-FFF2-40B4-BE49-F238E27FC236}">
                <a16:creationId xmlns:a16="http://schemas.microsoft.com/office/drawing/2014/main" id="{C1AC0B03-3C44-B561-A26C-93F148295280}"/>
              </a:ext>
            </a:extLst>
          </p:cNvPr>
          <p:cNvCxnSpPr/>
          <p:nvPr/>
        </p:nvCxnSpPr>
        <p:spPr>
          <a:xfrm>
            <a:off x="2139950" y="18241963"/>
            <a:ext cx="174974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944243" y="3187598"/>
            <a:ext cx="17822228" cy="14977872"/>
          </a:xfrm>
        </p:spPr>
        <p:txBody>
          <a:bodyPr anchorCtr="0"/>
          <a:lstStyle>
            <a:lvl1pPr>
              <a:lnSpc>
                <a:spcPct val="85000"/>
              </a:lnSpc>
              <a:defRPr sz="18900" b="0">
                <a:solidFill>
                  <a:schemeClr val="tx1">
                    <a:lumMod val="85000"/>
                    <a:lumOff val="15000"/>
                  </a:schemeClr>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1944243" y="18703138"/>
            <a:ext cx="17822228" cy="4800600"/>
          </a:xfrm>
        </p:spPr>
        <p:txBody>
          <a:bodyPr lIns="91440" rIns="91440"/>
          <a:lstStyle>
            <a:lvl1pPr marL="0" indent="0">
              <a:buNone/>
              <a:defRPr sz="5670" cap="all" spc="472" baseline="0">
                <a:solidFill>
                  <a:schemeClr val="tx2"/>
                </a:solidFill>
                <a:latin typeface="+mj-lt"/>
              </a:defRPr>
            </a:lvl1pPr>
            <a:lvl2pPr marL="1080135" indent="0">
              <a:buNone/>
              <a:defRPr sz="4253">
                <a:solidFill>
                  <a:schemeClr val="tx1">
                    <a:tint val="75000"/>
                  </a:schemeClr>
                </a:solidFill>
              </a:defRPr>
            </a:lvl2pPr>
            <a:lvl3pPr marL="2160270" indent="0">
              <a:buNone/>
              <a:defRPr sz="3780">
                <a:solidFill>
                  <a:schemeClr val="tx1">
                    <a:tint val="75000"/>
                  </a:schemeClr>
                </a:solidFill>
              </a:defRPr>
            </a:lvl3pPr>
            <a:lvl4pPr marL="3240405" indent="0">
              <a:buNone/>
              <a:defRPr sz="3308">
                <a:solidFill>
                  <a:schemeClr val="tx1">
                    <a:tint val="75000"/>
                  </a:schemeClr>
                </a:solidFill>
              </a:defRPr>
            </a:lvl4pPr>
            <a:lvl5pPr marL="4320540" indent="0">
              <a:buNone/>
              <a:defRPr sz="3308">
                <a:solidFill>
                  <a:schemeClr val="tx1">
                    <a:tint val="75000"/>
                  </a:schemeClr>
                </a:solidFill>
              </a:defRPr>
            </a:lvl5pPr>
            <a:lvl6pPr marL="5400675" indent="0">
              <a:buNone/>
              <a:defRPr sz="3308">
                <a:solidFill>
                  <a:schemeClr val="tx1">
                    <a:tint val="75000"/>
                  </a:schemeClr>
                </a:solidFill>
              </a:defRPr>
            </a:lvl6pPr>
            <a:lvl7pPr marL="6480810" indent="0">
              <a:buNone/>
              <a:defRPr sz="3308">
                <a:solidFill>
                  <a:schemeClr val="tx1">
                    <a:tint val="75000"/>
                  </a:schemeClr>
                </a:solidFill>
              </a:defRPr>
            </a:lvl7pPr>
            <a:lvl8pPr marL="7560945" indent="0">
              <a:buNone/>
              <a:defRPr sz="3308">
                <a:solidFill>
                  <a:schemeClr val="tx1">
                    <a:tint val="75000"/>
                  </a:schemeClr>
                </a:solidFill>
              </a:defRPr>
            </a:lvl8pPr>
            <a:lvl9pPr marL="8641080" indent="0">
              <a:buNone/>
              <a:defRPr sz="3308">
                <a:solidFill>
                  <a:schemeClr val="tx1">
                    <a:tint val="75000"/>
                  </a:schemeClr>
                </a:solidFill>
              </a:defRPr>
            </a:lvl9pPr>
          </a:lstStyle>
          <a:p>
            <a:pPr lvl="0"/>
            <a:r>
              <a:rPr lang="zh-TW" altLang="en-US"/>
              <a:t>編輯母片文字樣式</a:t>
            </a:r>
          </a:p>
        </p:txBody>
      </p:sp>
      <p:sp>
        <p:nvSpPr>
          <p:cNvPr id="7" name="Date Placeholder 3">
            <a:extLst>
              <a:ext uri="{FF2B5EF4-FFF2-40B4-BE49-F238E27FC236}">
                <a16:creationId xmlns:a16="http://schemas.microsoft.com/office/drawing/2014/main" id="{58DB5E31-8463-FE3F-7C7D-F4AF19CF46DF}"/>
              </a:ext>
            </a:extLst>
          </p:cNvPr>
          <p:cNvSpPr>
            <a:spLocks noGrp="1"/>
          </p:cNvSpPr>
          <p:nvPr>
            <p:ph type="dt" sz="half" idx="10"/>
          </p:nvPr>
        </p:nvSpPr>
        <p:spPr/>
        <p:txBody>
          <a:bodyPr rtlCol="0"/>
          <a:lstStyle>
            <a:lvl1pPr fontAlgn="auto">
              <a:spcBef>
                <a:spcPts val="0"/>
              </a:spcBef>
              <a:spcAft>
                <a:spcPts val="0"/>
              </a:spcAft>
              <a:defRPr sz="2126">
                <a:latin typeface="+mn-lt"/>
              </a:defRPr>
            </a:lvl1pPr>
          </a:lstStyle>
          <a:p>
            <a:pPr>
              <a:defRPr/>
            </a:pPr>
            <a:fld id="{595CF8E6-2B1C-4F34-893B-A51DABFE8BF8}" type="datetimeFigureOut">
              <a:rPr lang="zh-TW" altLang="en-US"/>
              <a:pPr>
                <a:defRPr/>
              </a:pPr>
              <a:t>2022/11/22</a:t>
            </a:fld>
            <a:endParaRPr lang="zh-TW" altLang="en-US"/>
          </a:p>
        </p:txBody>
      </p:sp>
      <p:sp>
        <p:nvSpPr>
          <p:cNvPr id="8" name="Footer Placeholder 4">
            <a:extLst>
              <a:ext uri="{FF2B5EF4-FFF2-40B4-BE49-F238E27FC236}">
                <a16:creationId xmlns:a16="http://schemas.microsoft.com/office/drawing/2014/main" id="{4A1C730C-8247-6234-9A9B-2A476A8AE119}"/>
              </a:ext>
            </a:extLst>
          </p:cNvPr>
          <p:cNvSpPr>
            <a:spLocks noGrp="1"/>
          </p:cNvSpPr>
          <p:nvPr>
            <p:ph type="ftr" sz="quarter" idx="11"/>
          </p:nvPr>
        </p:nvSpPr>
        <p:spPr/>
        <p:txBody>
          <a:bodyPr rtlCol="0"/>
          <a:lstStyle>
            <a:lvl1pPr fontAlgn="auto">
              <a:spcBef>
                <a:spcPts val="0"/>
              </a:spcBef>
              <a:spcAft>
                <a:spcPts val="0"/>
              </a:spcAft>
              <a:defRPr sz="2126" cap="all">
                <a:latin typeface="+mn-lt"/>
              </a:defRPr>
            </a:lvl1pPr>
          </a:lstStyle>
          <a:p>
            <a:pPr>
              <a:defRPr/>
            </a:pPr>
            <a:endParaRPr lang="zh-TW" altLang="en-US"/>
          </a:p>
        </p:txBody>
      </p:sp>
      <p:sp>
        <p:nvSpPr>
          <p:cNvPr id="9" name="Slide Number Placeholder 5">
            <a:extLst>
              <a:ext uri="{FF2B5EF4-FFF2-40B4-BE49-F238E27FC236}">
                <a16:creationId xmlns:a16="http://schemas.microsoft.com/office/drawing/2014/main" id="{E5D47A37-20CD-BF9D-9C29-AA3B000E0FCB}"/>
              </a:ext>
            </a:extLst>
          </p:cNvPr>
          <p:cNvSpPr>
            <a:spLocks noGrp="1"/>
          </p:cNvSpPr>
          <p:nvPr>
            <p:ph type="sldNum" sz="quarter" idx="12"/>
          </p:nvPr>
        </p:nvSpPr>
        <p:spPr/>
        <p:txBody>
          <a:bodyPr/>
          <a:lstStyle>
            <a:lvl1pPr>
              <a:defRPr/>
            </a:lvl1pPr>
          </a:lstStyle>
          <a:p>
            <a:fld id="{C0AE8EB6-A6A8-40D6-82F5-35F9B756A2FE}" type="slidenum">
              <a:rPr lang="zh-TW" altLang="en-US"/>
              <a:pPr/>
              <a:t>‹#›</a:t>
            </a:fld>
            <a:endParaRPr lang="zh-TW" altLang="en-US"/>
          </a:p>
        </p:txBody>
      </p:sp>
    </p:spTree>
    <p:extLst>
      <p:ext uri="{BB962C8B-B14F-4D97-AF65-F5344CB8AC3E}">
        <p14:creationId xmlns:p14="http://schemas.microsoft.com/office/powerpoint/2010/main" val="2454624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8" name="Title 7"/>
          <p:cNvSpPr>
            <a:spLocks noGrp="1"/>
          </p:cNvSpPr>
          <p:nvPr>
            <p:ph type="title"/>
          </p:nvPr>
        </p:nvSpPr>
        <p:spPr>
          <a:xfrm>
            <a:off x="1944243" y="1203739"/>
            <a:ext cx="17822228" cy="6093179"/>
          </a:xfrm>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944243" y="7752089"/>
            <a:ext cx="8749094" cy="1689810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11017377" y="7752087"/>
            <a:ext cx="8749094" cy="16898112"/>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3">
            <a:extLst>
              <a:ext uri="{FF2B5EF4-FFF2-40B4-BE49-F238E27FC236}">
                <a16:creationId xmlns:a16="http://schemas.microsoft.com/office/drawing/2014/main" id="{69090399-B867-36A5-FC30-F869F2053E50}"/>
              </a:ext>
            </a:extLst>
          </p:cNvPr>
          <p:cNvSpPr>
            <a:spLocks noGrp="1"/>
          </p:cNvSpPr>
          <p:nvPr>
            <p:ph type="dt" sz="half" idx="10"/>
          </p:nvPr>
        </p:nvSpPr>
        <p:spPr/>
        <p:txBody>
          <a:bodyPr/>
          <a:lstStyle>
            <a:lvl1pPr>
              <a:defRPr/>
            </a:lvl1pPr>
          </a:lstStyle>
          <a:p>
            <a:pPr>
              <a:defRPr/>
            </a:pPr>
            <a:fld id="{0963C868-CF38-41F3-94FD-526BCA2FC0D5}" type="datetimeFigureOut">
              <a:rPr lang="en-US" altLang="zh-TW"/>
              <a:pPr>
                <a:defRPr/>
              </a:pPr>
              <a:t>11/22/2022</a:t>
            </a:fld>
            <a:endParaRPr lang="en-US" altLang="zh-TW"/>
          </a:p>
        </p:txBody>
      </p:sp>
      <p:sp>
        <p:nvSpPr>
          <p:cNvPr id="6" name="Footer Placeholder 4">
            <a:extLst>
              <a:ext uri="{FF2B5EF4-FFF2-40B4-BE49-F238E27FC236}">
                <a16:creationId xmlns:a16="http://schemas.microsoft.com/office/drawing/2014/main" id="{A8288D42-4626-D563-C82D-BA48E0E49276}"/>
              </a:ext>
            </a:extLst>
          </p:cNvPr>
          <p:cNvSpPr>
            <a:spLocks noGrp="1"/>
          </p:cNvSpPr>
          <p:nvPr>
            <p:ph type="ftr" sz="quarter" idx="11"/>
          </p:nvPr>
        </p:nvSpPr>
        <p:spPr/>
        <p:txBody>
          <a:bodyPr/>
          <a:lstStyle>
            <a:lvl1pPr>
              <a:defRPr/>
            </a:lvl1pPr>
          </a:lstStyle>
          <a:p>
            <a:pPr>
              <a:defRPr/>
            </a:pPr>
            <a:endParaRPr lang="en-US" altLang="zh-TW"/>
          </a:p>
        </p:txBody>
      </p:sp>
      <p:sp>
        <p:nvSpPr>
          <p:cNvPr id="7" name="Slide Number Placeholder 5">
            <a:extLst>
              <a:ext uri="{FF2B5EF4-FFF2-40B4-BE49-F238E27FC236}">
                <a16:creationId xmlns:a16="http://schemas.microsoft.com/office/drawing/2014/main" id="{DA3FC8F3-4D17-8925-7D04-629CFEEA09F5}"/>
              </a:ext>
            </a:extLst>
          </p:cNvPr>
          <p:cNvSpPr>
            <a:spLocks noGrp="1"/>
          </p:cNvSpPr>
          <p:nvPr>
            <p:ph type="sldNum" sz="quarter" idx="12"/>
          </p:nvPr>
        </p:nvSpPr>
        <p:spPr/>
        <p:txBody>
          <a:bodyPr/>
          <a:lstStyle>
            <a:lvl1pPr>
              <a:defRPr/>
            </a:lvl1pPr>
          </a:lstStyle>
          <a:p>
            <a:fld id="{2A27D960-1819-4C92-A863-824B05390BBC}" type="slidenum">
              <a:rPr lang="en-US" altLang="zh-TW"/>
              <a:pPr/>
              <a:t>‹#›</a:t>
            </a:fld>
            <a:endParaRPr lang="en-US" altLang="zh-TW"/>
          </a:p>
        </p:txBody>
      </p:sp>
    </p:spTree>
    <p:extLst>
      <p:ext uri="{BB962C8B-B14F-4D97-AF65-F5344CB8AC3E}">
        <p14:creationId xmlns:p14="http://schemas.microsoft.com/office/powerpoint/2010/main" val="1151301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1944243" y="1203739"/>
            <a:ext cx="17822228" cy="6093179"/>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944243" y="7753419"/>
            <a:ext cx="8749094" cy="3092384"/>
          </a:xfrm>
        </p:spPr>
        <p:txBody>
          <a:bodyPr lIns="91440" rIns="91440" anchor="ctr"/>
          <a:lstStyle>
            <a:lvl1pPr marL="0" indent="0">
              <a:buNone/>
              <a:defRPr sz="4725" b="0" cap="all" baseline="0">
                <a:solidFill>
                  <a:schemeClr val="tx2"/>
                </a:solidFill>
              </a:defRPr>
            </a:lvl1pPr>
            <a:lvl2pPr marL="1080135" indent="0">
              <a:buNone/>
              <a:defRPr sz="4725" b="1"/>
            </a:lvl2pPr>
            <a:lvl3pPr marL="2160270" indent="0">
              <a:buNone/>
              <a:defRPr sz="4253" b="1"/>
            </a:lvl3pPr>
            <a:lvl4pPr marL="3240405" indent="0">
              <a:buNone/>
              <a:defRPr sz="3780" b="1"/>
            </a:lvl4pPr>
            <a:lvl5pPr marL="4320540" indent="0">
              <a:buNone/>
              <a:defRPr sz="3780" b="1"/>
            </a:lvl5pPr>
            <a:lvl6pPr marL="5400675" indent="0">
              <a:buNone/>
              <a:defRPr sz="3780" b="1"/>
            </a:lvl6pPr>
            <a:lvl7pPr marL="6480810" indent="0">
              <a:buNone/>
              <a:defRPr sz="3780" b="1"/>
            </a:lvl7pPr>
            <a:lvl8pPr marL="7560945" indent="0">
              <a:buNone/>
              <a:defRPr sz="3780" b="1"/>
            </a:lvl8pPr>
            <a:lvl9pPr marL="8641080" indent="0">
              <a:buNone/>
              <a:defRPr sz="3780" b="1"/>
            </a:lvl9pPr>
          </a:lstStyle>
          <a:p>
            <a:pPr lvl="0"/>
            <a:r>
              <a:rPr lang="zh-TW" altLang="en-US"/>
              <a:t>編輯母片文字樣式</a:t>
            </a:r>
          </a:p>
        </p:txBody>
      </p:sp>
      <p:sp>
        <p:nvSpPr>
          <p:cNvPr id="4" name="Content Placeholder 3"/>
          <p:cNvSpPr>
            <a:spLocks noGrp="1"/>
          </p:cNvSpPr>
          <p:nvPr>
            <p:ph sz="half" idx="2"/>
          </p:nvPr>
        </p:nvSpPr>
        <p:spPr>
          <a:xfrm>
            <a:off x="1944243" y="10845807"/>
            <a:ext cx="8749094" cy="13804392"/>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11017377" y="7753419"/>
            <a:ext cx="8749094" cy="3092384"/>
          </a:xfrm>
        </p:spPr>
        <p:txBody>
          <a:bodyPr lIns="91440" rIns="91440" anchor="ctr"/>
          <a:lstStyle>
            <a:lvl1pPr marL="0" indent="0">
              <a:buNone/>
              <a:defRPr sz="4725" b="0" cap="all" baseline="0">
                <a:solidFill>
                  <a:schemeClr val="tx2"/>
                </a:solidFill>
              </a:defRPr>
            </a:lvl1pPr>
            <a:lvl2pPr marL="1080135" indent="0">
              <a:buNone/>
              <a:defRPr sz="4725" b="1"/>
            </a:lvl2pPr>
            <a:lvl3pPr marL="2160270" indent="0">
              <a:buNone/>
              <a:defRPr sz="4253" b="1"/>
            </a:lvl3pPr>
            <a:lvl4pPr marL="3240405" indent="0">
              <a:buNone/>
              <a:defRPr sz="3780" b="1"/>
            </a:lvl4pPr>
            <a:lvl5pPr marL="4320540" indent="0">
              <a:buNone/>
              <a:defRPr sz="3780" b="1"/>
            </a:lvl5pPr>
            <a:lvl6pPr marL="5400675" indent="0">
              <a:buNone/>
              <a:defRPr sz="3780" b="1"/>
            </a:lvl6pPr>
            <a:lvl7pPr marL="6480810" indent="0">
              <a:buNone/>
              <a:defRPr sz="3780" b="1"/>
            </a:lvl7pPr>
            <a:lvl8pPr marL="7560945" indent="0">
              <a:buNone/>
              <a:defRPr sz="3780" b="1"/>
            </a:lvl8pPr>
            <a:lvl9pPr marL="8641080" indent="0">
              <a:buNone/>
              <a:defRPr sz="3780" b="1"/>
            </a:lvl9pPr>
          </a:lstStyle>
          <a:p>
            <a:pPr lvl="0"/>
            <a:r>
              <a:rPr lang="zh-TW" altLang="en-US"/>
              <a:t>編輯母片文字樣式</a:t>
            </a:r>
          </a:p>
        </p:txBody>
      </p:sp>
      <p:sp>
        <p:nvSpPr>
          <p:cNvPr id="6" name="Content Placeholder 5"/>
          <p:cNvSpPr>
            <a:spLocks noGrp="1"/>
          </p:cNvSpPr>
          <p:nvPr>
            <p:ph sz="quarter" idx="4"/>
          </p:nvPr>
        </p:nvSpPr>
        <p:spPr>
          <a:xfrm>
            <a:off x="11017377" y="10845803"/>
            <a:ext cx="8749094" cy="13804392"/>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3">
            <a:extLst>
              <a:ext uri="{FF2B5EF4-FFF2-40B4-BE49-F238E27FC236}">
                <a16:creationId xmlns:a16="http://schemas.microsoft.com/office/drawing/2014/main" id="{25DD50AE-1A8B-F19E-4874-5E0A1F48B4AD}"/>
              </a:ext>
            </a:extLst>
          </p:cNvPr>
          <p:cNvSpPr>
            <a:spLocks noGrp="1"/>
          </p:cNvSpPr>
          <p:nvPr>
            <p:ph type="dt" sz="half" idx="10"/>
          </p:nvPr>
        </p:nvSpPr>
        <p:spPr/>
        <p:txBody>
          <a:bodyPr/>
          <a:lstStyle>
            <a:lvl1pPr>
              <a:defRPr/>
            </a:lvl1pPr>
          </a:lstStyle>
          <a:p>
            <a:pPr>
              <a:defRPr/>
            </a:pPr>
            <a:fld id="{DC6099B9-A33B-4026-B939-A3AC944C1885}" type="datetimeFigureOut">
              <a:rPr lang="en-US" altLang="zh-TW"/>
              <a:pPr>
                <a:defRPr/>
              </a:pPr>
              <a:t>11/22/2022</a:t>
            </a:fld>
            <a:endParaRPr lang="en-US" altLang="zh-TW"/>
          </a:p>
        </p:txBody>
      </p:sp>
      <p:sp>
        <p:nvSpPr>
          <p:cNvPr id="8" name="Footer Placeholder 4">
            <a:extLst>
              <a:ext uri="{FF2B5EF4-FFF2-40B4-BE49-F238E27FC236}">
                <a16:creationId xmlns:a16="http://schemas.microsoft.com/office/drawing/2014/main" id="{A0DA5210-B31D-96E0-70A0-3FB50175A5B0}"/>
              </a:ext>
            </a:extLst>
          </p:cNvPr>
          <p:cNvSpPr>
            <a:spLocks noGrp="1"/>
          </p:cNvSpPr>
          <p:nvPr>
            <p:ph type="ftr" sz="quarter" idx="11"/>
          </p:nvPr>
        </p:nvSpPr>
        <p:spPr/>
        <p:txBody>
          <a:bodyPr/>
          <a:lstStyle>
            <a:lvl1pPr>
              <a:defRPr/>
            </a:lvl1pPr>
          </a:lstStyle>
          <a:p>
            <a:pPr>
              <a:defRPr/>
            </a:pPr>
            <a:endParaRPr lang="en-US" altLang="zh-TW"/>
          </a:p>
        </p:txBody>
      </p:sp>
      <p:sp>
        <p:nvSpPr>
          <p:cNvPr id="9" name="Slide Number Placeholder 5">
            <a:extLst>
              <a:ext uri="{FF2B5EF4-FFF2-40B4-BE49-F238E27FC236}">
                <a16:creationId xmlns:a16="http://schemas.microsoft.com/office/drawing/2014/main" id="{D576E9FE-45F3-BDBD-E252-077E7A291058}"/>
              </a:ext>
            </a:extLst>
          </p:cNvPr>
          <p:cNvSpPr>
            <a:spLocks noGrp="1"/>
          </p:cNvSpPr>
          <p:nvPr>
            <p:ph type="sldNum" sz="quarter" idx="12"/>
          </p:nvPr>
        </p:nvSpPr>
        <p:spPr/>
        <p:txBody>
          <a:bodyPr/>
          <a:lstStyle>
            <a:lvl1pPr>
              <a:defRPr/>
            </a:lvl1pPr>
          </a:lstStyle>
          <a:p>
            <a:fld id="{4BD55C5B-2E9B-4E2C-8A5D-56C9821732C2}" type="slidenum">
              <a:rPr lang="en-US" altLang="zh-TW"/>
              <a:pPr/>
              <a:t>‹#›</a:t>
            </a:fld>
            <a:endParaRPr lang="en-US" altLang="zh-TW"/>
          </a:p>
        </p:txBody>
      </p:sp>
    </p:spTree>
    <p:extLst>
      <p:ext uri="{BB962C8B-B14F-4D97-AF65-F5344CB8AC3E}">
        <p14:creationId xmlns:p14="http://schemas.microsoft.com/office/powerpoint/2010/main" val="1355474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a:extLst>
              <a:ext uri="{FF2B5EF4-FFF2-40B4-BE49-F238E27FC236}">
                <a16:creationId xmlns:a16="http://schemas.microsoft.com/office/drawing/2014/main" id="{62AA1619-A920-1A79-D533-B30C4C3E9636}"/>
              </a:ext>
            </a:extLst>
          </p:cNvPr>
          <p:cNvSpPr>
            <a:spLocks noGrp="1"/>
          </p:cNvSpPr>
          <p:nvPr>
            <p:ph type="dt" sz="half" idx="10"/>
          </p:nvPr>
        </p:nvSpPr>
        <p:spPr/>
        <p:txBody>
          <a:bodyPr rtlCol="0"/>
          <a:lstStyle>
            <a:lvl1pPr fontAlgn="auto">
              <a:spcBef>
                <a:spcPts val="0"/>
              </a:spcBef>
              <a:spcAft>
                <a:spcPts val="0"/>
              </a:spcAft>
              <a:defRPr sz="2126">
                <a:latin typeface="+mn-lt"/>
              </a:defRPr>
            </a:lvl1pPr>
          </a:lstStyle>
          <a:p>
            <a:pPr>
              <a:defRPr/>
            </a:pPr>
            <a:fld id="{28D903DA-6876-4FF1-BF42-05ABDF1C5B18}" type="datetimeFigureOut">
              <a:rPr lang="zh-TW" altLang="en-US"/>
              <a:pPr>
                <a:defRPr/>
              </a:pPr>
              <a:t>2022/11/22</a:t>
            </a:fld>
            <a:endParaRPr lang="zh-TW" altLang="en-US"/>
          </a:p>
        </p:txBody>
      </p:sp>
      <p:sp>
        <p:nvSpPr>
          <p:cNvPr id="4" name="Footer Placeholder 3">
            <a:extLst>
              <a:ext uri="{FF2B5EF4-FFF2-40B4-BE49-F238E27FC236}">
                <a16:creationId xmlns:a16="http://schemas.microsoft.com/office/drawing/2014/main" id="{ADE63297-964F-500B-17CB-5AB6BD2F88DB}"/>
              </a:ext>
            </a:extLst>
          </p:cNvPr>
          <p:cNvSpPr>
            <a:spLocks noGrp="1"/>
          </p:cNvSpPr>
          <p:nvPr>
            <p:ph type="ftr" sz="quarter" idx="11"/>
          </p:nvPr>
        </p:nvSpPr>
        <p:spPr/>
        <p:txBody>
          <a:bodyPr rtlCol="0"/>
          <a:lstStyle>
            <a:lvl1pPr fontAlgn="auto">
              <a:spcBef>
                <a:spcPts val="0"/>
              </a:spcBef>
              <a:spcAft>
                <a:spcPts val="0"/>
              </a:spcAft>
              <a:defRPr sz="2126" cap="all">
                <a:latin typeface="+mn-lt"/>
              </a:defRPr>
            </a:lvl1pPr>
          </a:lstStyle>
          <a:p>
            <a:pPr>
              <a:defRPr/>
            </a:pPr>
            <a:endParaRPr lang="zh-TW" altLang="en-US"/>
          </a:p>
        </p:txBody>
      </p:sp>
      <p:sp>
        <p:nvSpPr>
          <p:cNvPr id="5" name="Slide Number Placeholder 4">
            <a:extLst>
              <a:ext uri="{FF2B5EF4-FFF2-40B4-BE49-F238E27FC236}">
                <a16:creationId xmlns:a16="http://schemas.microsoft.com/office/drawing/2014/main" id="{BC03B04B-2DC3-58F0-8F1C-6B5B0C1DBDAB}"/>
              </a:ext>
            </a:extLst>
          </p:cNvPr>
          <p:cNvSpPr>
            <a:spLocks noGrp="1"/>
          </p:cNvSpPr>
          <p:nvPr>
            <p:ph type="sldNum" sz="quarter" idx="12"/>
          </p:nvPr>
        </p:nvSpPr>
        <p:spPr/>
        <p:txBody>
          <a:bodyPr/>
          <a:lstStyle>
            <a:lvl1pPr>
              <a:defRPr/>
            </a:lvl1pPr>
          </a:lstStyle>
          <a:p>
            <a:fld id="{C048BE7C-E0AC-49A0-8A30-F6B8461E45BE}" type="slidenum">
              <a:rPr lang="zh-TW" altLang="en-US"/>
              <a:pPr/>
              <a:t>‹#›</a:t>
            </a:fld>
            <a:endParaRPr lang="zh-TW" altLang="en-US"/>
          </a:p>
        </p:txBody>
      </p:sp>
    </p:spTree>
    <p:extLst>
      <p:ext uri="{BB962C8B-B14F-4D97-AF65-F5344CB8AC3E}">
        <p14:creationId xmlns:p14="http://schemas.microsoft.com/office/powerpoint/2010/main" val="3417005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E652183-D9DC-65F6-8F5C-8A00927E1B8E}"/>
              </a:ext>
            </a:extLst>
          </p:cNvPr>
          <p:cNvSpPr/>
          <p:nvPr/>
        </p:nvSpPr>
        <p:spPr>
          <a:xfrm>
            <a:off x="6350" y="26882725"/>
            <a:ext cx="21596350" cy="19208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5">
            <a:extLst>
              <a:ext uri="{FF2B5EF4-FFF2-40B4-BE49-F238E27FC236}">
                <a16:creationId xmlns:a16="http://schemas.microsoft.com/office/drawing/2014/main" id="{7250CD66-CFDE-B4FA-C87F-CEBA5B2E1200}"/>
              </a:ext>
            </a:extLst>
          </p:cNvPr>
          <p:cNvSpPr/>
          <p:nvPr/>
        </p:nvSpPr>
        <p:spPr>
          <a:xfrm>
            <a:off x="0" y="26604913"/>
            <a:ext cx="21596350" cy="268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a:extLst>
              <a:ext uri="{FF2B5EF4-FFF2-40B4-BE49-F238E27FC236}">
                <a16:creationId xmlns:a16="http://schemas.microsoft.com/office/drawing/2014/main" id="{B18D5B2C-3C84-DD65-0544-D926AF29F65B}"/>
              </a:ext>
            </a:extLst>
          </p:cNvPr>
          <p:cNvSpPr>
            <a:spLocks noGrp="1"/>
          </p:cNvSpPr>
          <p:nvPr>
            <p:ph type="dt" sz="half" idx="10"/>
          </p:nvPr>
        </p:nvSpPr>
        <p:spPr/>
        <p:txBody>
          <a:bodyPr rtlCol="0"/>
          <a:lstStyle>
            <a:lvl1pPr fontAlgn="auto">
              <a:spcBef>
                <a:spcPts val="0"/>
              </a:spcBef>
              <a:spcAft>
                <a:spcPts val="0"/>
              </a:spcAft>
              <a:defRPr sz="2126">
                <a:latin typeface="+mn-lt"/>
              </a:defRPr>
            </a:lvl1pPr>
          </a:lstStyle>
          <a:p>
            <a:pPr>
              <a:defRPr/>
            </a:pPr>
            <a:fld id="{954C9E69-73CE-4CCC-B325-8FC2ECE94CC5}" type="datetimeFigureOut">
              <a:rPr lang="zh-TW" altLang="en-US"/>
              <a:pPr>
                <a:defRPr/>
              </a:pPr>
              <a:t>2022/11/22</a:t>
            </a:fld>
            <a:endParaRPr lang="zh-TW" altLang="en-US"/>
          </a:p>
        </p:txBody>
      </p:sp>
      <p:sp>
        <p:nvSpPr>
          <p:cNvPr id="5" name="Footer Placeholder 7">
            <a:extLst>
              <a:ext uri="{FF2B5EF4-FFF2-40B4-BE49-F238E27FC236}">
                <a16:creationId xmlns:a16="http://schemas.microsoft.com/office/drawing/2014/main" id="{20B37A94-38D0-1FF9-28B6-CDFFD82C50C1}"/>
              </a:ext>
            </a:extLst>
          </p:cNvPr>
          <p:cNvSpPr>
            <a:spLocks noGrp="1"/>
          </p:cNvSpPr>
          <p:nvPr>
            <p:ph type="ftr" sz="quarter" idx="11"/>
          </p:nvPr>
        </p:nvSpPr>
        <p:spPr/>
        <p:txBody>
          <a:bodyPr rtlCol="0"/>
          <a:lstStyle>
            <a:lvl1pPr fontAlgn="auto">
              <a:spcBef>
                <a:spcPts val="0"/>
              </a:spcBef>
              <a:spcAft>
                <a:spcPts val="0"/>
              </a:spcAft>
              <a:defRPr sz="2126" cap="all">
                <a:solidFill>
                  <a:srgbClr val="FFFFFF"/>
                </a:solidFill>
                <a:latin typeface="+mn-lt"/>
              </a:defRPr>
            </a:lvl1pPr>
          </a:lstStyle>
          <a:p>
            <a:pPr>
              <a:defRPr/>
            </a:pPr>
            <a:endParaRPr lang="zh-TW" altLang="en-US"/>
          </a:p>
        </p:txBody>
      </p:sp>
      <p:sp>
        <p:nvSpPr>
          <p:cNvPr id="6" name="Slide Number Placeholder 8">
            <a:extLst>
              <a:ext uri="{FF2B5EF4-FFF2-40B4-BE49-F238E27FC236}">
                <a16:creationId xmlns:a16="http://schemas.microsoft.com/office/drawing/2014/main" id="{17A5B018-9E38-9883-62F1-1BFBE44D901C}"/>
              </a:ext>
            </a:extLst>
          </p:cNvPr>
          <p:cNvSpPr>
            <a:spLocks noGrp="1"/>
          </p:cNvSpPr>
          <p:nvPr>
            <p:ph type="sldNum" sz="quarter" idx="12"/>
          </p:nvPr>
        </p:nvSpPr>
        <p:spPr/>
        <p:txBody>
          <a:bodyPr/>
          <a:lstStyle>
            <a:lvl1pPr>
              <a:defRPr/>
            </a:lvl1pPr>
          </a:lstStyle>
          <a:p>
            <a:fld id="{2C40F9CB-7FA9-49AA-A72D-17E705B9993B}" type="slidenum">
              <a:rPr lang="zh-TW" altLang="en-US"/>
              <a:pPr/>
              <a:t>‹#›</a:t>
            </a:fld>
            <a:endParaRPr lang="zh-TW" altLang="en-US"/>
          </a:p>
        </p:txBody>
      </p:sp>
    </p:spTree>
    <p:extLst>
      <p:ext uri="{BB962C8B-B14F-4D97-AF65-F5344CB8AC3E}">
        <p14:creationId xmlns:p14="http://schemas.microsoft.com/office/powerpoint/2010/main" val="938130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D06F8FA-B231-B5A7-0D43-686B50F837C6}"/>
              </a:ext>
            </a:extLst>
          </p:cNvPr>
          <p:cNvSpPr/>
          <p:nvPr/>
        </p:nvSpPr>
        <p:spPr>
          <a:xfrm>
            <a:off x="0" y="0"/>
            <a:ext cx="7177088" cy="28803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A68F5859-4616-8802-48D6-14353563F461}"/>
              </a:ext>
            </a:extLst>
          </p:cNvPr>
          <p:cNvSpPr/>
          <p:nvPr/>
        </p:nvSpPr>
        <p:spPr>
          <a:xfrm>
            <a:off x="7158038" y="0"/>
            <a:ext cx="114300" cy="2880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10101" y="2496308"/>
            <a:ext cx="5670709" cy="9601200"/>
          </a:xfrm>
        </p:spPr>
        <p:txBody>
          <a:bodyPr/>
          <a:lstStyle>
            <a:lvl1pPr>
              <a:defRPr sz="8505" b="0">
                <a:solidFill>
                  <a:srgbClr val="FFFFFF"/>
                </a:solidFill>
              </a:defRPr>
            </a:lvl1pPr>
          </a:lstStyle>
          <a:p>
            <a:r>
              <a:rPr lang="zh-TW" altLang="en-US"/>
              <a:t>按一下以編輯母片標題樣式</a:t>
            </a:r>
            <a:endParaRPr lang="en-US" dirty="0"/>
          </a:p>
        </p:txBody>
      </p:sp>
      <p:sp>
        <p:nvSpPr>
          <p:cNvPr id="3" name="Content Placeholder 2"/>
          <p:cNvSpPr>
            <a:spLocks noGrp="1"/>
          </p:cNvSpPr>
          <p:nvPr>
            <p:ph idx="1"/>
          </p:nvPr>
        </p:nvSpPr>
        <p:spPr>
          <a:xfrm>
            <a:off x="8506063" y="3072384"/>
            <a:ext cx="11503438" cy="2208276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10101" y="12289536"/>
            <a:ext cx="5670709" cy="14192321"/>
          </a:xfrm>
        </p:spPr>
        <p:txBody>
          <a:bodyPr lIns="91440" rIns="91440"/>
          <a:lstStyle>
            <a:lvl1pPr marL="0" indent="0">
              <a:buNone/>
              <a:defRPr sz="3544">
                <a:solidFill>
                  <a:srgbClr val="FFFFFF"/>
                </a:solidFill>
              </a:defRPr>
            </a:lvl1pPr>
            <a:lvl2pPr marL="1080135" indent="0">
              <a:buNone/>
              <a:defRPr sz="2835"/>
            </a:lvl2pPr>
            <a:lvl3pPr marL="2160270" indent="0">
              <a:buNone/>
              <a:defRPr sz="2363"/>
            </a:lvl3pPr>
            <a:lvl4pPr marL="3240405" indent="0">
              <a:buNone/>
              <a:defRPr sz="2126"/>
            </a:lvl4pPr>
            <a:lvl5pPr marL="4320540" indent="0">
              <a:buNone/>
              <a:defRPr sz="2126"/>
            </a:lvl5pPr>
            <a:lvl6pPr marL="5400675" indent="0">
              <a:buNone/>
              <a:defRPr sz="2126"/>
            </a:lvl6pPr>
            <a:lvl7pPr marL="6480810" indent="0">
              <a:buNone/>
              <a:defRPr sz="2126"/>
            </a:lvl7pPr>
            <a:lvl8pPr marL="7560945" indent="0">
              <a:buNone/>
              <a:defRPr sz="2126"/>
            </a:lvl8pPr>
            <a:lvl9pPr marL="8641080" indent="0">
              <a:buNone/>
              <a:defRPr sz="2126"/>
            </a:lvl9pPr>
          </a:lstStyle>
          <a:p>
            <a:pPr lvl="0"/>
            <a:r>
              <a:rPr lang="zh-TW" altLang="en-US"/>
              <a:t>編輯母片文字樣式</a:t>
            </a:r>
          </a:p>
        </p:txBody>
      </p:sp>
      <p:sp>
        <p:nvSpPr>
          <p:cNvPr id="7" name="Date Placeholder 4">
            <a:extLst>
              <a:ext uri="{FF2B5EF4-FFF2-40B4-BE49-F238E27FC236}">
                <a16:creationId xmlns:a16="http://schemas.microsoft.com/office/drawing/2014/main" id="{A47DF684-C44E-96A6-09DB-F43ABBAF395E}"/>
              </a:ext>
            </a:extLst>
          </p:cNvPr>
          <p:cNvSpPr>
            <a:spLocks noGrp="1"/>
          </p:cNvSpPr>
          <p:nvPr>
            <p:ph type="dt" sz="half" idx="10"/>
          </p:nvPr>
        </p:nvSpPr>
        <p:spPr>
          <a:xfrm>
            <a:off x="825500" y="27130375"/>
            <a:ext cx="4638675" cy="1533525"/>
          </a:xfrm>
        </p:spPr>
        <p:txBody>
          <a:bodyPr rtlCol="0"/>
          <a:lstStyle>
            <a:lvl1pPr algn="l" fontAlgn="auto">
              <a:spcBef>
                <a:spcPts val="0"/>
              </a:spcBef>
              <a:spcAft>
                <a:spcPts val="0"/>
              </a:spcAft>
              <a:defRPr sz="2126">
                <a:latin typeface="+mn-lt"/>
              </a:defRPr>
            </a:lvl1pPr>
          </a:lstStyle>
          <a:p>
            <a:pPr>
              <a:defRPr/>
            </a:pPr>
            <a:fld id="{2B8F1E37-9813-420B-BF2F-D544606ABD79}" type="datetimeFigureOut">
              <a:rPr lang="zh-TW" altLang="en-US"/>
              <a:pPr>
                <a:defRPr/>
              </a:pPr>
              <a:t>2022/11/22</a:t>
            </a:fld>
            <a:endParaRPr lang="zh-TW" altLang="en-US"/>
          </a:p>
        </p:txBody>
      </p:sp>
      <p:sp>
        <p:nvSpPr>
          <p:cNvPr id="8" name="Footer Placeholder 5">
            <a:extLst>
              <a:ext uri="{FF2B5EF4-FFF2-40B4-BE49-F238E27FC236}">
                <a16:creationId xmlns:a16="http://schemas.microsoft.com/office/drawing/2014/main" id="{3D32432D-0F7A-4A6A-9CC8-AD249CECBE2E}"/>
              </a:ext>
            </a:extLst>
          </p:cNvPr>
          <p:cNvSpPr>
            <a:spLocks noGrp="1"/>
          </p:cNvSpPr>
          <p:nvPr>
            <p:ph type="ftr" sz="quarter" idx="11"/>
          </p:nvPr>
        </p:nvSpPr>
        <p:spPr>
          <a:xfrm>
            <a:off x="8505825" y="27130375"/>
            <a:ext cx="8235950" cy="1533525"/>
          </a:xfrm>
        </p:spPr>
        <p:txBody>
          <a:bodyPr rtlCol="0"/>
          <a:lstStyle>
            <a:lvl1pPr algn="l" fontAlgn="auto">
              <a:spcBef>
                <a:spcPts val="0"/>
              </a:spcBef>
              <a:spcAft>
                <a:spcPts val="0"/>
              </a:spcAft>
              <a:defRPr sz="2126" cap="all">
                <a:solidFill>
                  <a:schemeClr val="tx2"/>
                </a:solidFill>
                <a:latin typeface="+mn-lt"/>
              </a:defRPr>
            </a:lvl1pPr>
          </a:lstStyle>
          <a:p>
            <a:pPr>
              <a:defRPr/>
            </a:pPr>
            <a:endParaRPr lang="zh-TW" altLang="en-US"/>
          </a:p>
        </p:txBody>
      </p:sp>
      <p:sp>
        <p:nvSpPr>
          <p:cNvPr id="9" name="Slide Number Placeholder 6">
            <a:extLst>
              <a:ext uri="{FF2B5EF4-FFF2-40B4-BE49-F238E27FC236}">
                <a16:creationId xmlns:a16="http://schemas.microsoft.com/office/drawing/2014/main" id="{8BB67B97-98F5-C840-ACC1-2AB7FA087D0D}"/>
              </a:ext>
            </a:extLst>
          </p:cNvPr>
          <p:cNvSpPr>
            <a:spLocks noGrp="1"/>
          </p:cNvSpPr>
          <p:nvPr>
            <p:ph type="sldNum" sz="quarter" idx="12"/>
          </p:nvPr>
        </p:nvSpPr>
        <p:spPr/>
        <p:txBody>
          <a:bodyPr/>
          <a:lstStyle>
            <a:lvl1pPr>
              <a:defRPr>
                <a:solidFill>
                  <a:schemeClr val="tx2"/>
                </a:solidFill>
              </a:defRPr>
            </a:lvl1pPr>
          </a:lstStyle>
          <a:p>
            <a:fld id="{E2800802-2F96-4244-A316-87A4E525416B}" type="slidenum">
              <a:rPr lang="zh-TW" altLang="en-US"/>
              <a:pPr/>
              <a:t>‹#›</a:t>
            </a:fld>
            <a:endParaRPr lang="zh-TW" altLang="en-US"/>
          </a:p>
        </p:txBody>
      </p:sp>
    </p:spTree>
    <p:extLst>
      <p:ext uri="{BB962C8B-B14F-4D97-AF65-F5344CB8AC3E}">
        <p14:creationId xmlns:p14="http://schemas.microsoft.com/office/powerpoint/2010/main" val="125630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BD5C9AA-8C18-A57B-D64B-C7A45FF3C429}"/>
              </a:ext>
            </a:extLst>
          </p:cNvPr>
          <p:cNvSpPr/>
          <p:nvPr/>
        </p:nvSpPr>
        <p:spPr>
          <a:xfrm>
            <a:off x="0" y="20802600"/>
            <a:ext cx="21596350" cy="8001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227F4873-1F75-7900-7D65-0831A0DF84BC}"/>
              </a:ext>
            </a:extLst>
          </p:cNvPr>
          <p:cNvSpPr/>
          <p:nvPr/>
        </p:nvSpPr>
        <p:spPr>
          <a:xfrm>
            <a:off x="0" y="20643850"/>
            <a:ext cx="21596350" cy="2682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944243" y="21314664"/>
            <a:ext cx="17930241" cy="3456432"/>
          </a:xfrm>
        </p:spPr>
        <p:txBody>
          <a:bodyPr tIns="0" bIns="0">
            <a:noAutofit/>
          </a:bodyPr>
          <a:lstStyle>
            <a:lvl1pPr>
              <a:defRPr sz="8505" b="0">
                <a:solidFill>
                  <a:srgbClr val="FFFFFF"/>
                </a:solidFill>
              </a:defRPr>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0" y="0"/>
            <a:ext cx="21602674" cy="20643319"/>
          </a:xfrm>
          <a:solidFill>
            <a:schemeClr val="bg2">
              <a:lumMod val="90000"/>
            </a:schemeClr>
          </a:solidFill>
        </p:spPr>
        <p:txBody>
          <a:bodyPr lIns="457200" tIns="457200" rtlCol="0">
            <a:normAutofit/>
          </a:bodyPr>
          <a:lstStyle>
            <a:lvl1pPr marL="0" indent="0">
              <a:buNone/>
              <a:defRPr sz="7560"/>
            </a:lvl1pPr>
            <a:lvl2pPr marL="1080135" indent="0">
              <a:buNone/>
              <a:defRPr sz="6615"/>
            </a:lvl2pPr>
            <a:lvl3pPr marL="2160270" indent="0">
              <a:buNone/>
              <a:defRPr sz="5670"/>
            </a:lvl3pPr>
            <a:lvl4pPr marL="3240405" indent="0">
              <a:buNone/>
              <a:defRPr sz="4725"/>
            </a:lvl4pPr>
            <a:lvl5pPr marL="4320540" indent="0">
              <a:buNone/>
              <a:defRPr sz="4725"/>
            </a:lvl5pPr>
            <a:lvl6pPr marL="5400675" indent="0">
              <a:buNone/>
              <a:defRPr sz="4725"/>
            </a:lvl6pPr>
            <a:lvl7pPr marL="6480810" indent="0">
              <a:buNone/>
              <a:defRPr sz="4725"/>
            </a:lvl7pPr>
            <a:lvl8pPr marL="7560945" indent="0">
              <a:buNone/>
              <a:defRPr sz="4725"/>
            </a:lvl8pPr>
            <a:lvl9pPr marL="8641080" indent="0">
              <a:buNone/>
              <a:defRPr sz="4725"/>
            </a:lvl9pPr>
          </a:lstStyle>
          <a:p>
            <a:pPr lvl="0"/>
            <a:r>
              <a:rPr lang="zh-TW" altLang="en-US" noProof="0"/>
              <a:t>按一下圖示以新增圖片</a:t>
            </a:r>
            <a:endParaRPr lang="en-US" noProof="0" dirty="0"/>
          </a:p>
        </p:txBody>
      </p:sp>
      <p:sp>
        <p:nvSpPr>
          <p:cNvPr id="4" name="Text Placeholder 3"/>
          <p:cNvSpPr>
            <a:spLocks noGrp="1"/>
          </p:cNvSpPr>
          <p:nvPr>
            <p:ph type="body" sz="half" idx="2"/>
          </p:nvPr>
        </p:nvSpPr>
        <p:spPr>
          <a:xfrm>
            <a:off x="1944243" y="24809501"/>
            <a:ext cx="17930241" cy="2496312"/>
          </a:xfrm>
        </p:spPr>
        <p:txBody>
          <a:bodyPr lIns="91440" tIns="0" rIns="91440" bIns="0"/>
          <a:lstStyle>
            <a:lvl1pPr marL="0" indent="0">
              <a:spcBef>
                <a:spcPts val="0"/>
              </a:spcBef>
              <a:spcAft>
                <a:spcPts val="1418"/>
              </a:spcAft>
              <a:buNone/>
              <a:defRPr sz="3544">
                <a:solidFill>
                  <a:srgbClr val="FFFFFF"/>
                </a:solidFill>
              </a:defRPr>
            </a:lvl1pPr>
            <a:lvl2pPr marL="1080135" indent="0">
              <a:buNone/>
              <a:defRPr sz="2835"/>
            </a:lvl2pPr>
            <a:lvl3pPr marL="2160270" indent="0">
              <a:buNone/>
              <a:defRPr sz="2363"/>
            </a:lvl3pPr>
            <a:lvl4pPr marL="3240405" indent="0">
              <a:buNone/>
              <a:defRPr sz="2126"/>
            </a:lvl4pPr>
            <a:lvl5pPr marL="4320540" indent="0">
              <a:buNone/>
              <a:defRPr sz="2126"/>
            </a:lvl5pPr>
            <a:lvl6pPr marL="5400675" indent="0">
              <a:buNone/>
              <a:defRPr sz="2126"/>
            </a:lvl6pPr>
            <a:lvl7pPr marL="6480810" indent="0">
              <a:buNone/>
              <a:defRPr sz="2126"/>
            </a:lvl7pPr>
            <a:lvl8pPr marL="7560945" indent="0">
              <a:buNone/>
              <a:defRPr sz="2126"/>
            </a:lvl8pPr>
            <a:lvl9pPr marL="8641080" indent="0">
              <a:buNone/>
              <a:defRPr sz="2126"/>
            </a:lvl9pPr>
          </a:lstStyle>
          <a:p>
            <a:pPr lvl="0"/>
            <a:r>
              <a:rPr lang="zh-TW" altLang="en-US"/>
              <a:t>編輯母片文字樣式</a:t>
            </a:r>
          </a:p>
        </p:txBody>
      </p:sp>
      <p:sp>
        <p:nvSpPr>
          <p:cNvPr id="7" name="Date Placeholder 4">
            <a:extLst>
              <a:ext uri="{FF2B5EF4-FFF2-40B4-BE49-F238E27FC236}">
                <a16:creationId xmlns:a16="http://schemas.microsoft.com/office/drawing/2014/main" id="{9F474C86-A3A6-7DA0-1011-81802325D18B}"/>
              </a:ext>
            </a:extLst>
          </p:cNvPr>
          <p:cNvSpPr>
            <a:spLocks noGrp="1"/>
          </p:cNvSpPr>
          <p:nvPr>
            <p:ph type="dt" sz="half" idx="10"/>
          </p:nvPr>
        </p:nvSpPr>
        <p:spPr/>
        <p:txBody>
          <a:bodyPr rtlCol="0"/>
          <a:lstStyle>
            <a:lvl1pPr fontAlgn="auto">
              <a:spcBef>
                <a:spcPts val="0"/>
              </a:spcBef>
              <a:spcAft>
                <a:spcPts val="0"/>
              </a:spcAft>
              <a:defRPr sz="2126">
                <a:latin typeface="+mn-lt"/>
              </a:defRPr>
            </a:lvl1pPr>
          </a:lstStyle>
          <a:p>
            <a:pPr>
              <a:defRPr/>
            </a:pPr>
            <a:fld id="{D6E69D4F-2B81-49F2-A2B1-A6C76FBD4C99}" type="datetimeFigureOut">
              <a:rPr lang="zh-TW" altLang="en-US"/>
              <a:pPr>
                <a:defRPr/>
              </a:pPr>
              <a:t>2022/11/22</a:t>
            </a:fld>
            <a:endParaRPr lang="zh-TW" altLang="en-US"/>
          </a:p>
        </p:txBody>
      </p:sp>
      <p:sp>
        <p:nvSpPr>
          <p:cNvPr id="8" name="Footer Placeholder 5">
            <a:extLst>
              <a:ext uri="{FF2B5EF4-FFF2-40B4-BE49-F238E27FC236}">
                <a16:creationId xmlns:a16="http://schemas.microsoft.com/office/drawing/2014/main" id="{4E179036-BB02-5A01-756B-30E3758F0D1B}"/>
              </a:ext>
            </a:extLst>
          </p:cNvPr>
          <p:cNvSpPr>
            <a:spLocks noGrp="1"/>
          </p:cNvSpPr>
          <p:nvPr>
            <p:ph type="ftr" sz="quarter" idx="11"/>
          </p:nvPr>
        </p:nvSpPr>
        <p:spPr/>
        <p:txBody>
          <a:bodyPr rtlCol="0"/>
          <a:lstStyle>
            <a:lvl1pPr fontAlgn="auto">
              <a:spcBef>
                <a:spcPts val="0"/>
              </a:spcBef>
              <a:spcAft>
                <a:spcPts val="0"/>
              </a:spcAft>
              <a:defRPr sz="2126" cap="all">
                <a:latin typeface="+mn-lt"/>
              </a:defRPr>
            </a:lvl1pPr>
          </a:lstStyle>
          <a:p>
            <a:pPr>
              <a:defRPr/>
            </a:pPr>
            <a:endParaRPr lang="zh-TW" altLang="en-US"/>
          </a:p>
        </p:txBody>
      </p:sp>
      <p:sp>
        <p:nvSpPr>
          <p:cNvPr id="9" name="Slide Number Placeholder 6">
            <a:extLst>
              <a:ext uri="{FF2B5EF4-FFF2-40B4-BE49-F238E27FC236}">
                <a16:creationId xmlns:a16="http://schemas.microsoft.com/office/drawing/2014/main" id="{953CECC2-7012-DE38-9F9A-E60D2F07F11E}"/>
              </a:ext>
            </a:extLst>
          </p:cNvPr>
          <p:cNvSpPr>
            <a:spLocks noGrp="1"/>
          </p:cNvSpPr>
          <p:nvPr>
            <p:ph type="sldNum" sz="quarter" idx="12"/>
          </p:nvPr>
        </p:nvSpPr>
        <p:spPr/>
        <p:txBody>
          <a:bodyPr/>
          <a:lstStyle>
            <a:lvl1pPr>
              <a:defRPr/>
            </a:lvl1pPr>
          </a:lstStyle>
          <a:p>
            <a:fld id="{421C9BA0-08CD-42CF-B12B-E8DBD9A86528}" type="slidenum">
              <a:rPr lang="zh-TW" altLang="en-US"/>
              <a:pPr/>
              <a:t>‹#›</a:t>
            </a:fld>
            <a:endParaRPr lang="zh-TW" altLang="en-US"/>
          </a:p>
        </p:txBody>
      </p:sp>
    </p:spTree>
    <p:extLst>
      <p:ext uri="{BB962C8B-B14F-4D97-AF65-F5344CB8AC3E}">
        <p14:creationId xmlns:p14="http://schemas.microsoft.com/office/powerpoint/2010/main" val="1144348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a:extLst>
              <a:ext uri="{FF2B5EF4-FFF2-40B4-BE49-F238E27FC236}">
                <a16:creationId xmlns:a16="http://schemas.microsoft.com/office/drawing/2014/main" id="{A454DDE5-312F-9BE8-A61A-6136BE1B5DCA}"/>
              </a:ext>
            </a:extLst>
          </p:cNvPr>
          <p:cNvSpPr>
            <a:spLocks noGrp="1"/>
          </p:cNvSpPr>
          <p:nvPr>
            <p:ph type="dt" sz="half" idx="10"/>
          </p:nvPr>
        </p:nvSpPr>
        <p:spPr/>
        <p:txBody>
          <a:bodyPr rtlCol="0"/>
          <a:lstStyle>
            <a:lvl1pPr fontAlgn="auto">
              <a:spcBef>
                <a:spcPts val="0"/>
              </a:spcBef>
              <a:spcAft>
                <a:spcPts val="0"/>
              </a:spcAft>
              <a:defRPr sz="2126">
                <a:latin typeface="+mn-lt"/>
              </a:defRPr>
            </a:lvl1pPr>
          </a:lstStyle>
          <a:p>
            <a:pPr>
              <a:defRPr/>
            </a:pPr>
            <a:fld id="{9A2B460B-2050-425A-98D4-644839BE8473}" type="datetimeFigureOut">
              <a:rPr lang="zh-TW" altLang="en-US"/>
              <a:pPr>
                <a:defRPr/>
              </a:pPr>
              <a:t>2022/11/22</a:t>
            </a:fld>
            <a:endParaRPr lang="zh-TW" altLang="en-US"/>
          </a:p>
        </p:txBody>
      </p:sp>
      <p:sp>
        <p:nvSpPr>
          <p:cNvPr id="5" name="Footer Placeholder 4">
            <a:extLst>
              <a:ext uri="{FF2B5EF4-FFF2-40B4-BE49-F238E27FC236}">
                <a16:creationId xmlns:a16="http://schemas.microsoft.com/office/drawing/2014/main" id="{94B350E6-1BDB-658D-8A2A-C85F1218DE0E}"/>
              </a:ext>
            </a:extLst>
          </p:cNvPr>
          <p:cNvSpPr>
            <a:spLocks noGrp="1"/>
          </p:cNvSpPr>
          <p:nvPr>
            <p:ph type="ftr" sz="quarter" idx="11"/>
          </p:nvPr>
        </p:nvSpPr>
        <p:spPr/>
        <p:txBody>
          <a:bodyPr rtlCol="0"/>
          <a:lstStyle>
            <a:lvl1pPr fontAlgn="auto">
              <a:spcBef>
                <a:spcPts val="0"/>
              </a:spcBef>
              <a:spcAft>
                <a:spcPts val="0"/>
              </a:spcAft>
              <a:defRPr sz="2126" cap="all">
                <a:latin typeface="+mn-lt"/>
              </a:defRPr>
            </a:lvl1pPr>
          </a:lstStyle>
          <a:p>
            <a:pPr>
              <a:defRPr/>
            </a:pPr>
            <a:endParaRPr lang="zh-TW" altLang="en-US"/>
          </a:p>
        </p:txBody>
      </p:sp>
      <p:sp>
        <p:nvSpPr>
          <p:cNvPr id="6" name="Slide Number Placeholder 5">
            <a:extLst>
              <a:ext uri="{FF2B5EF4-FFF2-40B4-BE49-F238E27FC236}">
                <a16:creationId xmlns:a16="http://schemas.microsoft.com/office/drawing/2014/main" id="{6EB36BCA-6075-27CB-7A34-7EAC1C4BEF21}"/>
              </a:ext>
            </a:extLst>
          </p:cNvPr>
          <p:cNvSpPr>
            <a:spLocks noGrp="1"/>
          </p:cNvSpPr>
          <p:nvPr>
            <p:ph type="sldNum" sz="quarter" idx="12"/>
          </p:nvPr>
        </p:nvSpPr>
        <p:spPr/>
        <p:txBody>
          <a:bodyPr/>
          <a:lstStyle>
            <a:lvl1pPr>
              <a:defRPr/>
            </a:lvl1pPr>
          </a:lstStyle>
          <a:p>
            <a:fld id="{BB2B8300-4CC5-41AC-ADE5-FC6717ADDC57}" type="slidenum">
              <a:rPr lang="zh-TW" altLang="en-US"/>
              <a:pPr/>
              <a:t>‹#›</a:t>
            </a:fld>
            <a:endParaRPr lang="zh-TW" altLang="en-US"/>
          </a:p>
        </p:txBody>
      </p:sp>
    </p:spTree>
    <p:extLst>
      <p:ext uri="{BB962C8B-B14F-4D97-AF65-F5344CB8AC3E}">
        <p14:creationId xmlns:p14="http://schemas.microsoft.com/office/powerpoint/2010/main" val="2252514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BC938B43-3FDB-0E36-9C35-E47C8253F850}"/>
              </a:ext>
            </a:extLst>
          </p:cNvPr>
          <p:cNvSpPr/>
          <p:nvPr/>
        </p:nvSpPr>
        <p:spPr>
          <a:xfrm>
            <a:off x="6350" y="26882725"/>
            <a:ext cx="21596350" cy="19208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7B3234F0-7711-016D-6213-17F68DF56965}"/>
              </a:ext>
            </a:extLst>
          </p:cNvPr>
          <p:cNvSpPr/>
          <p:nvPr/>
        </p:nvSpPr>
        <p:spPr>
          <a:xfrm>
            <a:off x="0" y="26604913"/>
            <a:ext cx="21596350" cy="268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5459433" y="1731668"/>
            <a:ext cx="4658082" cy="24191572"/>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485187" y="1731668"/>
            <a:ext cx="13704213" cy="24191572"/>
          </a:xfrm>
        </p:spPr>
        <p:txBody>
          <a:bodyPr vert="eaVert" lIns="45720" tIns="0" rIns="45720" bIns="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6" name="Date Placeholder 3">
            <a:extLst>
              <a:ext uri="{FF2B5EF4-FFF2-40B4-BE49-F238E27FC236}">
                <a16:creationId xmlns:a16="http://schemas.microsoft.com/office/drawing/2014/main" id="{B40886F7-DAA6-05AA-AAD9-B35DC4BF0C9F}"/>
              </a:ext>
            </a:extLst>
          </p:cNvPr>
          <p:cNvSpPr>
            <a:spLocks noGrp="1"/>
          </p:cNvSpPr>
          <p:nvPr>
            <p:ph type="dt" sz="half" idx="10"/>
          </p:nvPr>
        </p:nvSpPr>
        <p:spPr/>
        <p:txBody>
          <a:bodyPr rtlCol="0"/>
          <a:lstStyle>
            <a:lvl1pPr fontAlgn="auto">
              <a:spcBef>
                <a:spcPts val="0"/>
              </a:spcBef>
              <a:spcAft>
                <a:spcPts val="0"/>
              </a:spcAft>
              <a:defRPr sz="2126">
                <a:latin typeface="+mn-lt"/>
              </a:defRPr>
            </a:lvl1pPr>
          </a:lstStyle>
          <a:p>
            <a:pPr>
              <a:defRPr/>
            </a:pPr>
            <a:fld id="{1574F16A-59B9-4B8E-8A7F-F39BD0919893}" type="datetimeFigureOut">
              <a:rPr lang="zh-TW" altLang="en-US"/>
              <a:pPr>
                <a:defRPr/>
              </a:pPr>
              <a:t>2022/11/22</a:t>
            </a:fld>
            <a:endParaRPr lang="zh-TW" altLang="en-US"/>
          </a:p>
        </p:txBody>
      </p:sp>
      <p:sp>
        <p:nvSpPr>
          <p:cNvPr id="7" name="Footer Placeholder 4">
            <a:extLst>
              <a:ext uri="{FF2B5EF4-FFF2-40B4-BE49-F238E27FC236}">
                <a16:creationId xmlns:a16="http://schemas.microsoft.com/office/drawing/2014/main" id="{CA2013ED-0210-4E87-97D2-93C288856F8E}"/>
              </a:ext>
            </a:extLst>
          </p:cNvPr>
          <p:cNvSpPr>
            <a:spLocks noGrp="1"/>
          </p:cNvSpPr>
          <p:nvPr>
            <p:ph type="ftr" sz="quarter" idx="11"/>
          </p:nvPr>
        </p:nvSpPr>
        <p:spPr/>
        <p:txBody>
          <a:bodyPr rtlCol="0"/>
          <a:lstStyle>
            <a:lvl1pPr fontAlgn="auto">
              <a:spcBef>
                <a:spcPts val="0"/>
              </a:spcBef>
              <a:spcAft>
                <a:spcPts val="0"/>
              </a:spcAft>
              <a:defRPr sz="2126" cap="all">
                <a:latin typeface="+mn-lt"/>
              </a:defRPr>
            </a:lvl1pPr>
          </a:lstStyle>
          <a:p>
            <a:pPr>
              <a:defRPr/>
            </a:pPr>
            <a:endParaRPr lang="zh-TW" altLang="en-US"/>
          </a:p>
        </p:txBody>
      </p:sp>
      <p:sp>
        <p:nvSpPr>
          <p:cNvPr id="8" name="Slide Number Placeholder 5">
            <a:extLst>
              <a:ext uri="{FF2B5EF4-FFF2-40B4-BE49-F238E27FC236}">
                <a16:creationId xmlns:a16="http://schemas.microsoft.com/office/drawing/2014/main" id="{50AFA7CB-8E94-CB15-F7EB-153B2B7E77C0}"/>
              </a:ext>
            </a:extLst>
          </p:cNvPr>
          <p:cNvSpPr>
            <a:spLocks noGrp="1"/>
          </p:cNvSpPr>
          <p:nvPr>
            <p:ph type="sldNum" sz="quarter" idx="12"/>
          </p:nvPr>
        </p:nvSpPr>
        <p:spPr/>
        <p:txBody>
          <a:bodyPr/>
          <a:lstStyle>
            <a:lvl1pPr>
              <a:defRPr/>
            </a:lvl1pPr>
          </a:lstStyle>
          <a:p>
            <a:fld id="{0A6FFC8F-321A-4F84-BF18-B04F02C93D50}" type="slidenum">
              <a:rPr lang="zh-TW" altLang="en-US"/>
              <a:pPr/>
              <a:t>‹#›</a:t>
            </a:fld>
            <a:endParaRPr lang="zh-TW" altLang="en-US"/>
          </a:p>
        </p:txBody>
      </p:sp>
    </p:spTree>
    <p:extLst>
      <p:ext uri="{BB962C8B-B14F-4D97-AF65-F5344CB8AC3E}">
        <p14:creationId xmlns:p14="http://schemas.microsoft.com/office/powerpoint/2010/main" val="3210012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FAEDE75-C072-4500-8B0F-8D50763C9020}"/>
              </a:ext>
            </a:extLst>
          </p:cNvPr>
          <p:cNvSpPr/>
          <p:nvPr/>
        </p:nvSpPr>
        <p:spPr>
          <a:xfrm>
            <a:off x="0" y="26882725"/>
            <a:ext cx="21602700" cy="19208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9FF794D0-9286-4723-80CA-E05321AE4DD3}"/>
              </a:ext>
            </a:extLst>
          </p:cNvPr>
          <p:cNvSpPr/>
          <p:nvPr/>
        </p:nvSpPr>
        <p:spPr>
          <a:xfrm>
            <a:off x="0" y="26604913"/>
            <a:ext cx="21602700" cy="2778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011F7A24-BCF5-49B1-A15C-1285A75BF2AB}"/>
              </a:ext>
            </a:extLst>
          </p:cNvPr>
          <p:cNvSpPr>
            <a:spLocks noGrp="1"/>
          </p:cNvSpPr>
          <p:nvPr>
            <p:ph type="title"/>
          </p:nvPr>
        </p:nvSpPr>
        <p:spPr>
          <a:xfrm>
            <a:off x="1944688" y="1203325"/>
            <a:ext cx="17821275" cy="6092825"/>
          </a:xfrm>
          <a:prstGeom prst="rect">
            <a:avLst/>
          </a:prstGeom>
        </p:spPr>
        <p:txBody>
          <a:bodyPr vert="horz" lIns="91440" tIns="45720" rIns="91440" bIns="45720" rtlCol="0" anchor="b">
            <a:normAutofit/>
          </a:bodyPr>
          <a:lstStyle/>
          <a:p>
            <a:r>
              <a:rPr lang="zh-TW" altLang="en-US"/>
              <a:t>按一下以編輯母片標題樣式</a:t>
            </a:r>
            <a:endParaRPr lang="en-US" dirty="0"/>
          </a:p>
        </p:txBody>
      </p:sp>
      <p:sp>
        <p:nvSpPr>
          <p:cNvPr id="1029" name="Text Placeholder 2">
            <a:extLst>
              <a:ext uri="{FF2B5EF4-FFF2-40B4-BE49-F238E27FC236}">
                <a16:creationId xmlns:a16="http://schemas.microsoft.com/office/drawing/2014/main" id="{1186923A-E811-5806-981C-62D6806D7A4C}"/>
              </a:ext>
            </a:extLst>
          </p:cNvPr>
          <p:cNvSpPr>
            <a:spLocks noGrp="1" noChangeArrowheads="1"/>
          </p:cNvSpPr>
          <p:nvPr>
            <p:ph type="body" idx="1"/>
          </p:nvPr>
        </p:nvSpPr>
        <p:spPr bwMode="auto">
          <a:xfrm>
            <a:off x="1944688" y="7751763"/>
            <a:ext cx="17821275" cy="1689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Date Placeholder 3">
            <a:extLst>
              <a:ext uri="{FF2B5EF4-FFF2-40B4-BE49-F238E27FC236}">
                <a16:creationId xmlns:a16="http://schemas.microsoft.com/office/drawing/2014/main" id="{67A696E0-8D09-4DA9-AECE-A119DDC810F6}"/>
              </a:ext>
            </a:extLst>
          </p:cNvPr>
          <p:cNvSpPr>
            <a:spLocks noGrp="1"/>
          </p:cNvSpPr>
          <p:nvPr>
            <p:ph type="dt" sz="half" idx="2"/>
          </p:nvPr>
        </p:nvSpPr>
        <p:spPr>
          <a:xfrm>
            <a:off x="1944688" y="27130375"/>
            <a:ext cx="4379912" cy="1533525"/>
          </a:xfrm>
          <a:prstGeom prst="rect">
            <a:avLst/>
          </a:prstGeom>
        </p:spPr>
        <p:txBody>
          <a:bodyPr vert="horz" wrap="square" lIns="91440" tIns="45720" rIns="91440" bIns="45720" numCol="1" anchor="ctr" anchorCtr="0" compatLnSpc="1">
            <a:prstTxWarp prst="textNoShape">
              <a:avLst/>
            </a:prstTxWarp>
          </a:bodyPr>
          <a:lstStyle>
            <a:lvl1pPr eaLnBrk="1" hangingPunct="1">
              <a:defRPr sz="2100">
                <a:solidFill>
                  <a:srgbClr val="FFFFFF"/>
                </a:solidFill>
              </a:defRPr>
            </a:lvl1pPr>
          </a:lstStyle>
          <a:p>
            <a:pPr>
              <a:defRPr/>
            </a:pPr>
            <a:fld id="{A3418EBD-FA4C-4E92-ABB0-ABA69B06A1EF}" type="datetimeFigureOut">
              <a:rPr lang="en-US" altLang="zh-TW"/>
              <a:pPr>
                <a:defRPr/>
              </a:pPr>
              <a:t>11/22/2022</a:t>
            </a:fld>
            <a:endParaRPr lang="en-US" altLang="zh-TW"/>
          </a:p>
        </p:txBody>
      </p:sp>
      <p:sp>
        <p:nvSpPr>
          <p:cNvPr id="5" name="Footer Placeholder 4">
            <a:extLst>
              <a:ext uri="{FF2B5EF4-FFF2-40B4-BE49-F238E27FC236}">
                <a16:creationId xmlns:a16="http://schemas.microsoft.com/office/drawing/2014/main" id="{9DFD08BA-83D2-4F95-9F8E-5E7385A3349A}"/>
              </a:ext>
            </a:extLst>
          </p:cNvPr>
          <p:cNvSpPr>
            <a:spLocks noGrp="1"/>
          </p:cNvSpPr>
          <p:nvPr>
            <p:ph type="ftr" sz="quarter" idx="3"/>
          </p:nvPr>
        </p:nvSpPr>
        <p:spPr>
          <a:xfrm>
            <a:off x="6530975" y="27130375"/>
            <a:ext cx="8545513" cy="15335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2100">
                <a:solidFill>
                  <a:srgbClr val="FFFFFF"/>
                </a:solidFill>
              </a:defRPr>
            </a:lvl1pPr>
          </a:lstStyle>
          <a:p>
            <a:pPr>
              <a:defRPr/>
            </a:pPr>
            <a:endParaRPr lang="en-US" altLang="zh-TW"/>
          </a:p>
        </p:txBody>
      </p:sp>
      <p:sp>
        <p:nvSpPr>
          <p:cNvPr id="6" name="Slide Number Placeholder 5">
            <a:extLst>
              <a:ext uri="{FF2B5EF4-FFF2-40B4-BE49-F238E27FC236}">
                <a16:creationId xmlns:a16="http://schemas.microsoft.com/office/drawing/2014/main" id="{42A0F637-F069-4F95-AC41-B5204D542893}"/>
              </a:ext>
            </a:extLst>
          </p:cNvPr>
          <p:cNvSpPr>
            <a:spLocks noGrp="1"/>
          </p:cNvSpPr>
          <p:nvPr>
            <p:ph type="sldNum" sz="quarter" idx="4"/>
          </p:nvPr>
        </p:nvSpPr>
        <p:spPr>
          <a:xfrm>
            <a:off x="17541875" y="27130375"/>
            <a:ext cx="2325688" cy="15335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400">
                <a:solidFill>
                  <a:srgbClr val="FFFFFF"/>
                </a:solidFill>
              </a:defRPr>
            </a:lvl1pPr>
          </a:lstStyle>
          <a:p>
            <a:fld id="{B50AE42A-8AA3-435E-AFC8-3636883E0BD3}" type="slidenum">
              <a:rPr lang="en-US" altLang="zh-TW"/>
              <a:pPr/>
              <a:t>‹#›</a:t>
            </a:fld>
            <a:endParaRPr lang="en-US" altLang="zh-TW"/>
          </a:p>
        </p:txBody>
      </p:sp>
      <p:cxnSp>
        <p:nvCxnSpPr>
          <p:cNvPr id="10" name="Straight Connector 9">
            <a:extLst>
              <a:ext uri="{FF2B5EF4-FFF2-40B4-BE49-F238E27FC236}">
                <a16:creationId xmlns:a16="http://schemas.microsoft.com/office/drawing/2014/main" id="{D2D4898B-33A7-4C19-8F1B-7BDC1C702759}"/>
              </a:ext>
            </a:extLst>
          </p:cNvPr>
          <p:cNvCxnSpPr/>
          <p:nvPr/>
        </p:nvCxnSpPr>
        <p:spPr>
          <a:xfrm>
            <a:off x="2114550" y="7299325"/>
            <a:ext cx="176609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449" r:id="rId1"/>
    <p:sldLayoutId id="2147484446" r:id="rId2"/>
    <p:sldLayoutId id="2147484450" r:id="rId3"/>
    <p:sldLayoutId id="2147484447" r:id="rId4"/>
    <p:sldLayoutId id="2147484448" r:id="rId5"/>
    <p:sldLayoutId id="2147484451" r:id="rId6"/>
    <p:sldLayoutId id="2147484452" r:id="rId7"/>
    <p:sldLayoutId id="2147484453" r:id="rId8"/>
    <p:sldLayoutId id="2147484454" r:id="rId9"/>
    <p:sldLayoutId id="2147484455" r:id="rId10"/>
    <p:sldLayoutId id="2147484456" r:id="rId11"/>
  </p:sldLayoutIdLst>
  <p:txStyles>
    <p:titleStyle>
      <a:lvl1pPr algn="l" defTabSz="2159000" rtl="0" eaLnBrk="0" fontAlgn="base" hangingPunct="0">
        <a:lnSpc>
          <a:spcPct val="85000"/>
        </a:lnSpc>
        <a:spcBef>
          <a:spcPct val="0"/>
        </a:spcBef>
        <a:spcAft>
          <a:spcPct val="0"/>
        </a:spcAft>
        <a:defRPr sz="11300" kern="1200" spc="-118">
          <a:solidFill>
            <a:srgbClr val="404040"/>
          </a:solidFill>
          <a:latin typeface="+mj-lt"/>
          <a:ea typeface="+mj-ea"/>
          <a:cs typeface="+mj-cs"/>
        </a:defRPr>
      </a:lvl1pPr>
      <a:lvl2pPr algn="l" defTabSz="2159000" rtl="0" eaLnBrk="0" fontAlgn="base" hangingPunct="0">
        <a:lnSpc>
          <a:spcPct val="85000"/>
        </a:lnSpc>
        <a:spcBef>
          <a:spcPct val="0"/>
        </a:spcBef>
        <a:spcAft>
          <a:spcPct val="0"/>
        </a:spcAft>
        <a:defRPr sz="11300">
          <a:solidFill>
            <a:srgbClr val="404040"/>
          </a:solidFill>
          <a:latin typeface="Calibri Light" panose="020F0302020204030204" pitchFamily="34" charset="0"/>
        </a:defRPr>
      </a:lvl2pPr>
      <a:lvl3pPr algn="l" defTabSz="2159000" rtl="0" eaLnBrk="0" fontAlgn="base" hangingPunct="0">
        <a:lnSpc>
          <a:spcPct val="85000"/>
        </a:lnSpc>
        <a:spcBef>
          <a:spcPct val="0"/>
        </a:spcBef>
        <a:spcAft>
          <a:spcPct val="0"/>
        </a:spcAft>
        <a:defRPr sz="11300">
          <a:solidFill>
            <a:srgbClr val="404040"/>
          </a:solidFill>
          <a:latin typeface="Calibri Light" panose="020F0302020204030204" pitchFamily="34" charset="0"/>
        </a:defRPr>
      </a:lvl3pPr>
      <a:lvl4pPr algn="l" defTabSz="2159000" rtl="0" eaLnBrk="0" fontAlgn="base" hangingPunct="0">
        <a:lnSpc>
          <a:spcPct val="85000"/>
        </a:lnSpc>
        <a:spcBef>
          <a:spcPct val="0"/>
        </a:spcBef>
        <a:spcAft>
          <a:spcPct val="0"/>
        </a:spcAft>
        <a:defRPr sz="11300">
          <a:solidFill>
            <a:srgbClr val="404040"/>
          </a:solidFill>
          <a:latin typeface="Calibri Light" panose="020F0302020204030204" pitchFamily="34" charset="0"/>
        </a:defRPr>
      </a:lvl4pPr>
      <a:lvl5pPr algn="l" defTabSz="2159000" rtl="0" eaLnBrk="0" fontAlgn="base" hangingPunct="0">
        <a:lnSpc>
          <a:spcPct val="85000"/>
        </a:lnSpc>
        <a:spcBef>
          <a:spcPct val="0"/>
        </a:spcBef>
        <a:spcAft>
          <a:spcPct val="0"/>
        </a:spcAft>
        <a:defRPr sz="11300">
          <a:solidFill>
            <a:srgbClr val="404040"/>
          </a:solidFill>
          <a:latin typeface="Calibri Light" panose="020F0302020204030204" pitchFamily="34" charset="0"/>
        </a:defRPr>
      </a:lvl5pPr>
      <a:lvl6pPr marL="457200" algn="l" defTabSz="2159000" rtl="0" fontAlgn="base">
        <a:lnSpc>
          <a:spcPct val="85000"/>
        </a:lnSpc>
        <a:spcBef>
          <a:spcPct val="0"/>
        </a:spcBef>
        <a:spcAft>
          <a:spcPct val="0"/>
        </a:spcAft>
        <a:defRPr sz="11300">
          <a:solidFill>
            <a:srgbClr val="404040"/>
          </a:solidFill>
          <a:latin typeface="Calibri Light" panose="020F0302020204030204" pitchFamily="34" charset="0"/>
        </a:defRPr>
      </a:lvl6pPr>
      <a:lvl7pPr marL="914400" algn="l" defTabSz="2159000" rtl="0" fontAlgn="base">
        <a:lnSpc>
          <a:spcPct val="85000"/>
        </a:lnSpc>
        <a:spcBef>
          <a:spcPct val="0"/>
        </a:spcBef>
        <a:spcAft>
          <a:spcPct val="0"/>
        </a:spcAft>
        <a:defRPr sz="11300">
          <a:solidFill>
            <a:srgbClr val="404040"/>
          </a:solidFill>
          <a:latin typeface="Calibri Light" panose="020F0302020204030204" pitchFamily="34" charset="0"/>
        </a:defRPr>
      </a:lvl7pPr>
      <a:lvl8pPr marL="1371600" algn="l" defTabSz="2159000" rtl="0" fontAlgn="base">
        <a:lnSpc>
          <a:spcPct val="85000"/>
        </a:lnSpc>
        <a:spcBef>
          <a:spcPct val="0"/>
        </a:spcBef>
        <a:spcAft>
          <a:spcPct val="0"/>
        </a:spcAft>
        <a:defRPr sz="11300">
          <a:solidFill>
            <a:srgbClr val="404040"/>
          </a:solidFill>
          <a:latin typeface="Calibri Light" panose="020F0302020204030204" pitchFamily="34" charset="0"/>
        </a:defRPr>
      </a:lvl8pPr>
      <a:lvl9pPr marL="1828800" algn="l" defTabSz="2159000" rtl="0" fontAlgn="base">
        <a:lnSpc>
          <a:spcPct val="85000"/>
        </a:lnSpc>
        <a:spcBef>
          <a:spcPct val="0"/>
        </a:spcBef>
        <a:spcAft>
          <a:spcPct val="0"/>
        </a:spcAft>
        <a:defRPr sz="11300">
          <a:solidFill>
            <a:srgbClr val="404040"/>
          </a:solidFill>
          <a:latin typeface="Calibri Light" panose="020F0302020204030204" pitchFamily="34" charset="0"/>
        </a:defRPr>
      </a:lvl9pPr>
    </p:titleStyle>
    <p:bodyStyle>
      <a:lvl1pPr marL="215900" indent="-215900" algn="l" defTabSz="2159000" rtl="0" eaLnBrk="0" fontAlgn="base" hangingPunct="0">
        <a:lnSpc>
          <a:spcPct val="90000"/>
        </a:lnSpc>
        <a:spcBef>
          <a:spcPts val="2838"/>
        </a:spcBef>
        <a:spcAft>
          <a:spcPts val="475"/>
        </a:spcAft>
        <a:buClr>
          <a:schemeClr val="accent1"/>
        </a:buClr>
        <a:buSzPct val="100000"/>
        <a:buFont typeface="Calibri" panose="020F0502020204030204" pitchFamily="34" charset="0"/>
        <a:buChar char=" "/>
        <a:defRPr sz="4700" kern="1200">
          <a:solidFill>
            <a:srgbClr val="404040"/>
          </a:solidFill>
          <a:latin typeface="+mn-lt"/>
          <a:ea typeface="+mn-ea"/>
          <a:cs typeface="+mn-cs"/>
        </a:defRPr>
      </a:lvl1pPr>
      <a:lvl2pPr marL="906463" indent="-431800" algn="l" defTabSz="2159000" rtl="0" eaLnBrk="0" fontAlgn="base" hangingPunct="0">
        <a:lnSpc>
          <a:spcPct val="90000"/>
        </a:lnSpc>
        <a:spcBef>
          <a:spcPts val="475"/>
        </a:spcBef>
        <a:spcAft>
          <a:spcPts val="950"/>
        </a:spcAft>
        <a:buClr>
          <a:schemeClr val="accent1"/>
        </a:buClr>
        <a:buFont typeface="Calibri" panose="020F0502020204030204" pitchFamily="34" charset="0"/>
        <a:buChar char="◦"/>
        <a:defRPr sz="4200" kern="1200">
          <a:solidFill>
            <a:srgbClr val="404040"/>
          </a:solidFill>
          <a:latin typeface="+mn-lt"/>
          <a:ea typeface="+mn-ea"/>
          <a:cs typeface="+mn-cs"/>
        </a:defRPr>
      </a:lvl2pPr>
      <a:lvl3pPr marL="1338263" indent="-431800" algn="l" defTabSz="2159000" rtl="0" eaLnBrk="0" fontAlgn="base" hangingPunct="0">
        <a:lnSpc>
          <a:spcPct val="90000"/>
        </a:lnSpc>
        <a:spcBef>
          <a:spcPts val="475"/>
        </a:spcBef>
        <a:spcAft>
          <a:spcPts val="950"/>
        </a:spcAft>
        <a:buClr>
          <a:schemeClr val="accent1"/>
        </a:buClr>
        <a:buFont typeface="Calibri" panose="020F0502020204030204" pitchFamily="34" charset="0"/>
        <a:buChar char="◦"/>
        <a:defRPr sz="3300" kern="1200">
          <a:solidFill>
            <a:srgbClr val="404040"/>
          </a:solidFill>
          <a:latin typeface="+mn-lt"/>
          <a:ea typeface="+mn-ea"/>
          <a:cs typeface="+mn-cs"/>
        </a:defRPr>
      </a:lvl3pPr>
      <a:lvl4pPr marL="1770063" indent="-431800" algn="l" defTabSz="2159000" rtl="0" eaLnBrk="0" fontAlgn="base" hangingPunct="0">
        <a:lnSpc>
          <a:spcPct val="90000"/>
        </a:lnSpc>
        <a:spcBef>
          <a:spcPts val="475"/>
        </a:spcBef>
        <a:spcAft>
          <a:spcPts val="950"/>
        </a:spcAft>
        <a:buClr>
          <a:schemeClr val="accent1"/>
        </a:buClr>
        <a:buFont typeface="Calibri" panose="020F0502020204030204" pitchFamily="34" charset="0"/>
        <a:buChar char="◦"/>
        <a:defRPr sz="3300" kern="1200">
          <a:solidFill>
            <a:srgbClr val="404040"/>
          </a:solidFill>
          <a:latin typeface="+mn-lt"/>
          <a:ea typeface="+mn-ea"/>
          <a:cs typeface="+mn-cs"/>
        </a:defRPr>
      </a:lvl4pPr>
      <a:lvl5pPr marL="2203450" indent="-431800" algn="l" defTabSz="2159000" rtl="0" eaLnBrk="0" fontAlgn="base" hangingPunct="0">
        <a:lnSpc>
          <a:spcPct val="90000"/>
        </a:lnSpc>
        <a:spcBef>
          <a:spcPts val="475"/>
        </a:spcBef>
        <a:spcAft>
          <a:spcPts val="950"/>
        </a:spcAft>
        <a:buClr>
          <a:schemeClr val="accent1"/>
        </a:buClr>
        <a:buFont typeface="Calibri" panose="020F0502020204030204" pitchFamily="34" charset="0"/>
        <a:buChar char="◦"/>
        <a:defRPr sz="3300" kern="1200">
          <a:solidFill>
            <a:srgbClr val="404040"/>
          </a:solidFill>
          <a:latin typeface="+mn-lt"/>
          <a:ea typeface="+mn-ea"/>
          <a:cs typeface="+mn-cs"/>
        </a:defRPr>
      </a:lvl5pPr>
      <a:lvl6pPr marL="2598750" indent="-540068" algn="l" defTabSz="2160270" rtl="0" eaLnBrk="1" latinLnBrk="0" hangingPunct="1">
        <a:lnSpc>
          <a:spcPct val="90000"/>
        </a:lnSpc>
        <a:spcBef>
          <a:spcPts val="472"/>
        </a:spcBef>
        <a:spcAft>
          <a:spcPts val="945"/>
        </a:spcAft>
        <a:buClr>
          <a:schemeClr val="accent1"/>
        </a:buClr>
        <a:buFont typeface="Calibri" pitchFamily="34" charset="0"/>
        <a:buChar char="◦"/>
        <a:defRPr sz="3308" kern="1200">
          <a:solidFill>
            <a:schemeClr val="tx1">
              <a:lumMod val="75000"/>
              <a:lumOff val="25000"/>
            </a:schemeClr>
          </a:solidFill>
          <a:latin typeface="+mn-lt"/>
          <a:ea typeface="+mn-ea"/>
          <a:cs typeface="+mn-cs"/>
        </a:defRPr>
      </a:lvl6pPr>
      <a:lvl7pPr marL="3071250" indent="-540068" algn="l" defTabSz="2160270" rtl="0" eaLnBrk="1" latinLnBrk="0" hangingPunct="1">
        <a:lnSpc>
          <a:spcPct val="90000"/>
        </a:lnSpc>
        <a:spcBef>
          <a:spcPts val="472"/>
        </a:spcBef>
        <a:spcAft>
          <a:spcPts val="945"/>
        </a:spcAft>
        <a:buClr>
          <a:schemeClr val="accent1"/>
        </a:buClr>
        <a:buFont typeface="Calibri" pitchFamily="34" charset="0"/>
        <a:buChar char="◦"/>
        <a:defRPr sz="3308" kern="1200">
          <a:solidFill>
            <a:schemeClr val="tx1">
              <a:lumMod val="75000"/>
              <a:lumOff val="25000"/>
            </a:schemeClr>
          </a:solidFill>
          <a:latin typeface="+mn-lt"/>
          <a:ea typeface="+mn-ea"/>
          <a:cs typeface="+mn-cs"/>
        </a:defRPr>
      </a:lvl7pPr>
      <a:lvl8pPr marL="3543750" indent="-540068" algn="l" defTabSz="2160270" rtl="0" eaLnBrk="1" latinLnBrk="0" hangingPunct="1">
        <a:lnSpc>
          <a:spcPct val="90000"/>
        </a:lnSpc>
        <a:spcBef>
          <a:spcPts val="472"/>
        </a:spcBef>
        <a:spcAft>
          <a:spcPts val="945"/>
        </a:spcAft>
        <a:buClr>
          <a:schemeClr val="accent1"/>
        </a:buClr>
        <a:buFont typeface="Calibri" pitchFamily="34" charset="0"/>
        <a:buChar char="◦"/>
        <a:defRPr sz="3308" kern="1200">
          <a:solidFill>
            <a:schemeClr val="tx1">
              <a:lumMod val="75000"/>
              <a:lumOff val="25000"/>
            </a:schemeClr>
          </a:solidFill>
          <a:latin typeface="+mn-lt"/>
          <a:ea typeface="+mn-ea"/>
          <a:cs typeface="+mn-cs"/>
        </a:defRPr>
      </a:lvl8pPr>
      <a:lvl9pPr marL="4016250" indent="-540068" algn="l" defTabSz="2160270" rtl="0" eaLnBrk="1" latinLnBrk="0" hangingPunct="1">
        <a:lnSpc>
          <a:spcPct val="90000"/>
        </a:lnSpc>
        <a:spcBef>
          <a:spcPts val="472"/>
        </a:spcBef>
        <a:spcAft>
          <a:spcPts val="945"/>
        </a:spcAft>
        <a:buClr>
          <a:schemeClr val="accent1"/>
        </a:buClr>
        <a:buFont typeface="Calibri" pitchFamily="34" charset="0"/>
        <a:buChar char="◦"/>
        <a:defRPr sz="3308" kern="1200">
          <a:solidFill>
            <a:schemeClr val="tx1">
              <a:lumMod val="75000"/>
              <a:lumOff val="25000"/>
            </a:schemeClr>
          </a:solidFill>
          <a:latin typeface="+mn-lt"/>
          <a:ea typeface="+mn-ea"/>
          <a:cs typeface="+mn-cs"/>
        </a:defRPr>
      </a:lvl9pPr>
    </p:bodyStyle>
    <p:otherStyle>
      <a:defPPr>
        <a:defRPr lang="en-US"/>
      </a:defPPr>
      <a:lvl1pPr marL="0" algn="l" defTabSz="2160270" rtl="0" eaLnBrk="1" latinLnBrk="0" hangingPunct="1">
        <a:defRPr sz="4253" kern="1200">
          <a:solidFill>
            <a:schemeClr val="tx1"/>
          </a:solidFill>
          <a:latin typeface="+mn-lt"/>
          <a:ea typeface="+mn-ea"/>
          <a:cs typeface="+mn-cs"/>
        </a:defRPr>
      </a:lvl1pPr>
      <a:lvl2pPr marL="1080135" algn="l" defTabSz="2160270" rtl="0" eaLnBrk="1" latinLnBrk="0" hangingPunct="1">
        <a:defRPr sz="4253" kern="1200">
          <a:solidFill>
            <a:schemeClr val="tx1"/>
          </a:solidFill>
          <a:latin typeface="+mn-lt"/>
          <a:ea typeface="+mn-ea"/>
          <a:cs typeface="+mn-cs"/>
        </a:defRPr>
      </a:lvl2pPr>
      <a:lvl3pPr marL="2160270" algn="l" defTabSz="2160270" rtl="0" eaLnBrk="1" latinLnBrk="0" hangingPunct="1">
        <a:defRPr sz="4253" kern="1200">
          <a:solidFill>
            <a:schemeClr val="tx1"/>
          </a:solidFill>
          <a:latin typeface="+mn-lt"/>
          <a:ea typeface="+mn-ea"/>
          <a:cs typeface="+mn-cs"/>
        </a:defRPr>
      </a:lvl3pPr>
      <a:lvl4pPr marL="3240405" algn="l" defTabSz="2160270" rtl="0" eaLnBrk="1" latinLnBrk="0" hangingPunct="1">
        <a:defRPr sz="4253" kern="1200">
          <a:solidFill>
            <a:schemeClr val="tx1"/>
          </a:solidFill>
          <a:latin typeface="+mn-lt"/>
          <a:ea typeface="+mn-ea"/>
          <a:cs typeface="+mn-cs"/>
        </a:defRPr>
      </a:lvl4pPr>
      <a:lvl5pPr marL="4320540" algn="l" defTabSz="2160270" rtl="0" eaLnBrk="1" latinLnBrk="0" hangingPunct="1">
        <a:defRPr sz="4253" kern="1200">
          <a:solidFill>
            <a:schemeClr val="tx1"/>
          </a:solidFill>
          <a:latin typeface="+mn-lt"/>
          <a:ea typeface="+mn-ea"/>
          <a:cs typeface="+mn-cs"/>
        </a:defRPr>
      </a:lvl5pPr>
      <a:lvl6pPr marL="5400675" algn="l" defTabSz="2160270" rtl="0" eaLnBrk="1" latinLnBrk="0" hangingPunct="1">
        <a:defRPr sz="4253" kern="1200">
          <a:solidFill>
            <a:schemeClr val="tx1"/>
          </a:solidFill>
          <a:latin typeface="+mn-lt"/>
          <a:ea typeface="+mn-ea"/>
          <a:cs typeface="+mn-cs"/>
        </a:defRPr>
      </a:lvl6pPr>
      <a:lvl7pPr marL="6480810" algn="l" defTabSz="2160270" rtl="0" eaLnBrk="1" latinLnBrk="0" hangingPunct="1">
        <a:defRPr sz="4253" kern="1200">
          <a:solidFill>
            <a:schemeClr val="tx1"/>
          </a:solidFill>
          <a:latin typeface="+mn-lt"/>
          <a:ea typeface="+mn-ea"/>
          <a:cs typeface="+mn-cs"/>
        </a:defRPr>
      </a:lvl7pPr>
      <a:lvl8pPr marL="7560945" algn="l" defTabSz="2160270" rtl="0" eaLnBrk="1" latinLnBrk="0" hangingPunct="1">
        <a:defRPr sz="4253" kern="1200">
          <a:solidFill>
            <a:schemeClr val="tx1"/>
          </a:solidFill>
          <a:latin typeface="+mn-lt"/>
          <a:ea typeface="+mn-ea"/>
          <a:cs typeface="+mn-cs"/>
        </a:defRPr>
      </a:lvl8pPr>
      <a:lvl9pPr marL="8641080" algn="l" defTabSz="2160270" rtl="0" eaLnBrk="1" latinLnBrk="0" hangingPunct="1">
        <a:defRPr sz="425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99">
            <a:extLst>
              <a:ext uri="{FF2B5EF4-FFF2-40B4-BE49-F238E27FC236}">
                <a16:creationId xmlns:a16="http://schemas.microsoft.com/office/drawing/2014/main" id="{8FD25C78-FA61-B034-EE08-4FA4B6B21167}"/>
              </a:ext>
            </a:extLst>
          </p:cNvPr>
          <p:cNvSpPr txBox="1">
            <a:spLocks noChangeArrowheads="1"/>
          </p:cNvSpPr>
          <p:nvPr/>
        </p:nvSpPr>
        <p:spPr bwMode="auto">
          <a:xfrm>
            <a:off x="2322513" y="623888"/>
            <a:ext cx="16957675"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914400" eaLnBrk="1" hangingPunct="1">
              <a:lnSpc>
                <a:spcPct val="110000"/>
              </a:lnSpc>
            </a:pPr>
            <a:r>
              <a:rPr lang="zh-TW" altLang="en-US" sz="6000" b="1" dirty="0">
                <a:latin typeface="標楷體" panose="03000509000000000000" pitchFamily="65" charset="-120"/>
                <a:ea typeface="標楷體" panose="03000509000000000000" pitchFamily="65" charset="-120"/>
                <a:cs typeface="Times New Roman" panose="02020603050405020304" pitchFamily="18" charset="0"/>
              </a:rPr>
              <a:t>基於聲音辨識之智慧垃圾桶</a:t>
            </a:r>
          </a:p>
        </p:txBody>
      </p:sp>
      <p:sp>
        <p:nvSpPr>
          <p:cNvPr id="10244" name="文字方塊 4">
            <a:extLst>
              <a:ext uri="{FF2B5EF4-FFF2-40B4-BE49-F238E27FC236}">
                <a16:creationId xmlns:a16="http://schemas.microsoft.com/office/drawing/2014/main" id="{14DC83E3-A0A6-1CC0-8A8D-1950887D269D}"/>
              </a:ext>
            </a:extLst>
          </p:cNvPr>
          <p:cNvSpPr txBox="1">
            <a:spLocks noChangeArrowheads="1"/>
          </p:cNvSpPr>
          <p:nvPr/>
        </p:nvSpPr>
        <p:spPr bwMode="auto">
          <a:xfrm>
            <a:off x="1325534" y="1747222"/>
            <a:ext cx="19298144" cy="1223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708" tIns="45354" rIns="90708" bIns="45354">
            <a:spAutoFit/>
          </a:bodyPr>
          <a:lstStyle>
            <a:lvl1pPr marL="509588" indent="-509588" defTabSz="3808413">
              <a:defRPr>
                <a:solidFill>
                  <a:schemeClr val="tx1"/>
                </a:solidFill>
                <a:latin typeface="Calibri" panose="020F0502020204030204" pitchFamily="34" charset="0"/>
              </a:defRPr>
            </a:lvl1pPr>
            <a:lvl2pPr marL="742950" indent="-285750" defTabSz="3808413">
              <a:defRPr>
                <a:solidFill>
                  <a:schemeClr val="tx1"/>
                </a:solidFill>
                <a:latin typeface="Calibri" panose="020F0502020204030204" pitchFamily="34" charset="0"/>
              </a:defRPr>
            </a:lvl2pPr>
            <a:lvl3pPr marL="1143000" indent="-228600" defTabSz="3808413">
              <a:defRPr>
                <a:solidFill>
                  <a:schemeClr val="tx1"/>
                </a:solidFill>
                <a:latin typeface="Calibri" panose="020F0502020204030204" pitchFamily="34" charset="0"/>
              </a:defRPr>
            </a:lvl3pPr>
            <a:lvl4pPr marL="1600200" indent="-228600" defTabSz="3808413">
              <a:defRPr>
                <a:solidFill>
                  <a:schemeClr val="tx1"/>
                </a:solidFill>
                <a:latin typeface="Calibri" panose="020F0502020204030204" pitchFamily="34" charset="0"/>
              </a:defRPr>
            </a:lvl4pPr>
            <a:lvl5pPr marL="2057400" indent="-228600" defTabSz="3808413">
              <a:defRPr>
                <a:solidFill>
                  <a:schemeClr val="tx1"/>
                </a:solidFill>
                <a:latin typeface="Calibri" panose="020F0502020204030204" pitchFamily="34" charset="0"/>
              </a:defRPr>
            </a:lvl5pPr>
            <a:lvl6pPr marL="2514600" indent="-228600" defTabSz="3808413" eaLnBrk="0" fontAlgn="base" hangingPunct="0">
              <a:spcBef>
                <a:spcPct val="0"/>
              </a:spcBef>
              <a:spcAft>
                <a:spcPct val="0"/>
              </a:spcAft>
              <a:defRPr>
                <a:solidFill>
                  <a:schemeClr val="tx1"/>
                </a:solidFill>
                <a:latin typeface="Calibri" panose="020F0502020204030204" pitchFamily="34" charset="0"/>
              </a:defRPr>
            </a:lvl6pPr>
            <a:lvl7pPr marL="2971800" indent="-228600" defTabSz="3808413" eaLnBrk="0" fontAlgn="base" hangingPunct="0">
              <a:spcBef>
                <a:spcPct val="0"/>
              </a:spcBef>
              <a:spcAft>
                <a:spcPct val="0"/>
              </a:spcAft>
              <a:defRPr>
                <a:solidFill>
                  <a:schemeClr val="tx1"/>
                </a:solidFill>
                <a:latin typeface="Calibri" panose="020F0502020204030204" pitchFamily="34" charset="0"/>
              </a:defRPr>
            </a:lvl7pPr>
            <a:lvl8pPr marL="3429000" indent="-228600" defTabSz="3808413" eaLnBrk="0" fontAlgn="base" hangingPunct="0">
              <a:spcBef>
                <a:spcPct val="0"/>
              </a:spcBef>
              <a:spcAft>
                <a:spcPct val="0"/>
              </a:spcAft>
              <a:defRPr>
                <a:solidFill>
                  <a:schemeClr val="tx1"/>
                </a:solidFill>
                <a:latin typeface="Calibri" panose="020F0502020204030204" pitchFamily="34" charset="0"/>
              </a:defRPr>
            </a:lvl8pPr>
            <a:lvl9pPr marL="3886200" indent="-228600" defTabSz="3808413"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pPr>
            <a:r>
              <a:rPr lang="zh-TW" altLang="en-US" sz="3200" b="1" dirty="0">
                <a:latin typeface="標楷體" panose="03000509000000000000" pitchFamily="65" charset="-120"/>
                <a:ea typeface="標楷體" panose="03000509000000000000" pitchFamily="65" charset="-120"/>
                <a:cs typeface="Arial" panose="020B0604020202020204" pitchFamily="34" charset="0"/>
              </a:rPr>
              <a:t>作者</a:t>
            </a:r>
            <a:r>
              <a:rPr lang="en-US" altLang="zh-TW" sz="3200" b="1" dirty="0">
                <a:latin typeface="標楷體" panose="03000509000000000000" pitchFamily="65" charset="-120"/>
                <a:ea typeface="標楷體" panose="03000509000000000000" pitchFamily="65" charset="-120"/>
                <a:cs typeface="Arial" panose="020B0604020202020204" pitchFamily="34" charset="0"/>
              </a:rPr>
              <a:t>:</a:t>
            </a:r>
            <a:r>
              <a:rPr lang="zh-TW" altLang="en-US" sz="3200" b="1" dirty="0">
                <a:latin typeface="標楷體" panose="03000509000000000000" pitchFamily="65" charset="-120"/>
                <a:ea typeface="標楷體" panose="03000509000000000000" pitchFamily="65" charset="-120"/>
                <a:cs typeface="Arial" panose="020B0604020202020204" pitchFamily="34" charset="0"/>
              </a:rPr>
              <a:t>柯淯碩、謝昀達、彭十七、黃勝豐、黃進華</a:t>
            </a:r>
            <a:endParaRPr lang="en-US" altLang="zh-TW" sz="3200" b="1" dirty="0">
              <a:latin typeface="標楷體" panose="03000509000000000000" pitchFamily="65" charset="-120"/>
              <a:ea typeface="標楷體" panose="03000509000000000000" pitchFamily="65" charset="-120"/>
              <a:cs typeface="Arial" panose="020B0604020202020204" pitchFamily="34" charset="0"/>
            </a:endParaRPr>
          </a:p>
          <a:p>
            <a:pPr algn="ctr" eaLnBrk="1" hangingPunct="1">
              <a:lnSpc>
                <a:spcPct val="120000"/>
              </a:lnSpc>
            </a:pPr>
            <a:r>
              <a:rPr lang="en-US" altLang="zh-TW" sz="3200" b="1" dirty="0">
                <a:latin typeface="標楷體" panose="03000509000000000000" pitchFamily="65" charset="-120"/>
                <a:ea typeface="標楷體" panose="03000509000000000000" pitchFamily="65" charset="-120"/>
                <a:cs typeface="Arial" panose="020B0604020202020204" pitchFamily="34" charset="0"/>
              </a:rPr>
              <a:t>Yu-Shuo Ko, Yun-Da Hsieh, </a:t>
            </a:r>
            <a:r>
              <a:rPr lang="en-US" altLang="zh-TW" sz="3200" b="1" dirty="0" err="1">
                <a:latin typeface="標楷體" panose="03000509000000000000" pitchFamily="65" charset="-120"/>
                <a:ea typeface="標楷體" panose="03000509000000000000" pitchFamily="65" charset="-120"/>
                <a:cs typeface="Arial" panose="020B0604020202020204" pitchFamily="34" charset="0"/>
              </a:rPr>
              <a:t>Sevendi</a:t>
            </a:r>
            <a:r>
              <a:rPr lang="en-US" altLang="zh-TW" sz="3200" b="1" dirty="0">
                <a:latin typeface="標楷體" panose="03000509000000000000" pitchFamily="65" charset="-120"/>
                <a:ea typeface="標楷體" panose="03000509000000000000" pitchFamily="65" charset="-120"/>
                <a:cs typeface="Arial" panose="020B0604020202020204" pitchFamily="34" charset="0"/>
              </a:rPr>
              <a:t> </a:t>
            </a:r>
            <a:r>
              <a:rPr lang="en-US" altLang="zh-TW" sz="3200" b="1" dirty="0" err="1">
                <a:latin typeface="標楷體" panose="03000509000000000000" pitchFamily="65" charset="-120"/>
                <a:ea typeface="標楷體" panose="03000509000000000000" pitchFamily="65" charset="-120"/>
                <a:cs typeface="Arial" panose="020B0604020202020204" pitchFamily="34" charset="0"/>
              </a:rPr>
              <a:t>Eldrige</a:t>
            </a:r>
            <a:r>
              <a:rPr lang="en-US" altLang="zh-TW" sz="3200" b="1" dirty="0">
                <a:latin typeface="標楷體" panose="03000509000000000000" pitchFamily="65" charset="-120"/>
                <a:ea typeface="標楷體" panose="03000509000000000000" pitchFamily="65" charset="-120"/>
                <a:cs typeface="Arial" panose="020B0604020202020204" pitchFamily="34" charset="0"/>
              </a:rPr>
              <a:t> </a:t>
            </a:r>
            <a:r>
              <a:rPr lang="en-US" altLang="zh-TW" sz="3200" b="1" dirty="0" err="1">
                <a:latin typeface="標楷體" panose="03000509000000000000" pitchFamily="65" charset="-120"/>
                <a:ea typeface="標楷體" panose="03000509000000000000" pitchFamily="65" charset="-120"/>
                <a:cs typeface="Arial" panose="020B0604020202020204" pitchFamily="34" charset="0"/>
              </a:rPr>
              <a:t>Rifki</a:t>
            </a:r>
            <a:r>
              <a:rPr lang="en-US" altLang="zh-TW" sz="3200" b="1" dirty="0">
                <a:latin typeface="標楷體" panose="03000509000000000000" pitchFamily="65" charset="-120"/>
                <a:ea typeface="標楷體" panose="03000509000000000000" pitchFamily="65" charset="-120"/>
                <a:cs typeface="Arial" panose="020B0604020202020204" pitchFamily="34" charset="0"/>
              </a:rPr>
              <a:t> </a:t>
            </a:r>
            <a:r>
              <a:rPr lang="en-US" altLang="zh-TW" sz="3200" b="1" dirty="0" err="1">
                <a:latin typeface="標楷體" panose="03000509000000000000" pitchFamily="65" charset="-120"/>
                <a:ea typeface="標楷體" panose="03000509000000000000" pitchFamily="65" charset="-120"/>
                <a:cs typeface="Arial" panose="020B0604020202020204" pitchFamily="34" charset="0"/>
              </a:rPr>
              <a:t>Poluan</a:t>
            </a:r>
            <a:r>
              <a:rPr lang="en-US" altLang="zh-TW" sz="3200" b="1" dirty="0">
                <a:latin typeface="標楷體" panose="03000509000000000000" pitchFamily="65" charset="-120"/>
                <a:ea typeface="標楷體" panose="03000509000000000000" pitchFamily="65" charset="-120"/>
                <a:cs typeface="Arial" panose="020B0604020202020204" pitchFamily="34" charset="0"/>
              </a:rPr>
              <a:t>, Shen-feng Huang, </a:t>
            </a:r>
            <a:r>
              <a:rPr lang="en-US" altLang="zh-TW" sz="3200" b="1" dirty="0" err="1">
                <a:latin typeface="標楷體" panose="03000509000000000000" pitchFamily="65" charset="-120"/>
                <a:ea typeface="標楷體" panose="03000509000000000000" pitchFamily="65" charset="-120"/>
                <a:cs typeface="Arial" panose="020B0604020202020204" pitchFamily="34" charset="0"/>
              </a:rPr>
              <a:t>Triguna</a:t>
            </a:r>
            <a:r>
              <a:rPr lang="en-US" altLang="zh-TW" sz="3200" b="1" dirty="0">
                <a:latin typeface="標楷體" panose="03000509000000000000" pitchFamily="65" charset="-120"/>
                <a:ea typeface="標楷體" panose="03000509000000000000" pitchFamily="65" charset="-120"/>
                <a:cs typeface="Arial" panose="020B0604020202020204" pitchFamily="34" charset="0"/>
              </a:rPr>
              <a:t> </a:t>
            </a:r>
            <a:r>
              <a:rPr lang="en-US" altLang="zh-TW" sz="3200" b="1" dirty="0" err="1">
                <a:latin typeface="標楷體" panose="03000509000000000000" pitchFamily="65" charset="-120"/>
                <a:ea typeface="標楷體" panose="03000509000000000000" pitchFamily="65" charset="-120"/>
                <a:cs typeface="Arial" panose="020B0604020202020204" pitchFamily="34" charset="0"/>
              </a:rPr>
              <a:t>Ashin</a:t>
            </a:r>
            <a:r>
              <a:rPr lang="en-US" altLang="zh-TW" sz="3200" b="1" dirty="0">
                <a:latin typeface="標楷體" panose="03000509000000000000" pitchFamily="65" charset="-120"/>
                <a:ea typeface="標楷體" panose="03000509000000000000" pitchFamily="65" charset="-120"/>
                <a:cs typeface="Arial" panose="020B0604020202020204" pitchFamily="34" charset="0"/>
              </a:rPr>
              <a:t> Wijaya</a:t>
            </a:r>
            <a:endParaRPr lang="zh-TW" altLang="en-US" sz="3200" b="1" dirty="0">
              <a:latin typeface="標楷體" panose="03000509000000000000" pitchFamily="65" charset="-120"/>
              <a:ea typeface="標楷體" panose="03000509000000000000" pitchFamily="65" charset="-120"/>
              <a:cs typeface="Arial" panose="020B0604020202020204" pitchFamily="34" charset="0"/>
            </a:endParaRPr>
          </a:p>
        </p:txBody>
      </p:sp>
      <p:sp>
        <p:nvSpPr>
          <p:cNvPr id="10245" name="Rectangle 6">
            <a:extLst>
              <a:ext uri="{FF2B5EF4-FFF2-40B4-BE49-F238E27FC236}">
                <a16:creationId xmlns:a16="http://schemas.microsoft.com/office/drawing/2014/main" id="{8E0C6F13-62F3-BAC5-9A67-E4AAE9A1AA3B}"/>
              </a:ext>
            </a:extLst>
          </p:cNvPr>
          <p:cNvSpPr>
            <a:spLocks noChangeArrowheads="1"/>
          </p:cNvSpPr>
          <p:nvPr/>
        </p:nvSpPr>
        <p:spPr bwMode="auto">
          <a:xfrm>
            <a:off x="0" y="0"/>
            <a:ext cx="216027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zh-TW" altLang="en-US" sz="5700"/>
          </a:p>
        </p:txBody>
      </p:sp>
      <p:sp>
        <p:nvSpPr>
          <p:cNvPr id="10246" name="Rectangle 8">
            <a:extLst>
              <a:ext uri="{FF2B5EF4-FFF2-40B4-BE49-F238E27FC236}">
                <a16:creationId xmlns:a16="http://schemas.microsoft.com/office/drawing/2014/main" id="{7B83AB56-46C5-F83F-EB99-B4E80306CC6B}"/>
              </a:ext>
            </a:extLst>
          </p:cNvPr>
          <p:cNvSpPr>
            <a:spLocks noChangeArrowheads="1"/>
          </p:cNvSpPr>
          <p:nvPr/>
        </p:nvSpPr>
        <p:spPr bwMode="auto">
          <a:xfrm>
            <a:off x="152400" y="152400"/>
            <a:ext cx="216027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zh-TW" altLang="en-US" sz="5700"/>
          </a:p>
        </p:txBody>
      </p:sp>
      <p:sp>
        <p:nvSpPr>
          <p:cNvPr id="10247" name="Rectangle 11">
            <a:extLst>
              <a:ext uri="{FF2B5EF4-FFF2-40B4-BE49-F238E27FC236}">
                <a16:creationId xmlns:a16="http://schemas.microsoft.com/office/drawing/2014/main" id="{101F9815-F7FB-AD42-3991-0765703D647E}"/>
              </a:ext>
            </a:extLst>
          </p:cNvPr>
          <p:cNvSpPr>
            <a:spLocks noChangeArrowheads="1"/>
          </p:cNvSpPr>
          <p:nvPr/>
        </p:nvSpPr>
        <p:spPr bwMode="auto">
          <a:xfrm>
            <a:off x="0" y="0"/>
            <a:ext cx="216027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zh-TW" altLang="en-US" sz="5700"/>
          </a:p>
        </p:txBody>
      </p:sp>
      <p:sp>
        <p:nvSpPr>
          <p:cNvPr id="9" name="矩形 8">
            <a:extLst>
              <a:ext uri="{FF2B5EF4-FFF2-40B4-BE49-F238E27FC236}">
                <a16:creationId xmlns:a16="http://schemas.microsoft.com/office/drawing/2014/main" id="{2F49E315-E902-4B25-B5C9-FEF6507EFDD1}"/>
              </a:ext>
            </a:extLst>
          </p:cNvPr>
          <p:cNvSpPr/>
          <p:nvPr/>
        </p:nvSpPr>
        <p:spPr>
          <a:xfrm>
            <a:off x="10998372" y="18165343"/>
            <a:ext cx="1467068" cy="861774"/>
          </a:xfrm>
          <a:prstGeom prst="rect">
            <a:avLst/>
          </a:prstGeom>
        </p:spPr>
        <p:txBody>
          <a:bodyPr wrap="none">
            <a:spAutoFit/>
          </a:bodyPr>
          <a:lstStyle/>
          <a:p>
            <a:pPr algn="just" eaLnBrk="1" fontAlgn="auto" hangingPunct="1">
              <a:spcBef>
                <a:spcPts val="0"/>
              </a:spcBef>
              <a:spcAft>
                <a:spcPts val="0"/>
              </a:spcAft>
              <a:defRPr/>
            </a:pPr>
            <a:r>
              <a:rPr lang="zh-TW" altLang="en-US" sz="5000" b="1" dirty="0">
                <a:ln w="10541" cmpd="sng">
                  <a:solidFill>
                    <a:sysClr val="windowText" lastClr="000000"/>
                  </a:solidFill>
                  <a:prstDash val="solid"/>
                </a:ln>
                <a:latin typeface="標楷體" panose="03000509000000000000" pitchFamily="65" charset="-120"/>
                <a:ea typeface="標楷體" panose="03000509000000000000" pitchFamily="65" charset="-120"/>
                <a:cs typeface="Times New Roman" pitchFamily="18" charset="0"/>
              </a:rPr>
              <a:t>總結</a:t>
            </a:r>
            <a:endParaRPr lang="en-US" altLang="zh-TW" sz="5000" b="1" dirty="0">
              <a:ln w="10541" cmpd="sng">
                <a:solidFill>
                  <a:sysClr val="windowText" lastClr="000000"/>
                </a:solidFill>
                <a:prstDash val="solid"/>
              </a:ln>
              <a:latin typeface="標楷體" panose="03000509000000000000" pitchFamily="65" charset="-120"/>
              <a:ea typeface="標楷體" panose="03000509000000000000" pitchFamily="65" charset="-120"/>
              <a:cs typeface="Times New Roman" pitchFamily="18" charset="0"/>
            </a:endParaRPr>
          </a:p>
        </p:txBody>
      </p:sp>
      <p:sp>
        <p:nvSpPr>
          <p:cNvPr id="18" name="文字方塊 11">
            <a:extLst>
              <a:ext uri="{FF2B5EF4-FFF2-40B4-BE49-F238E27FC236}">
                <a16:creationId xmlns:a16="http://schemas.microsoft.com/office/drawing/2014/main" id="{69D15C37-F5CA-4D6B-8C25-44C72C69D5AD}"/>
              </a:ext>
            </a:extLst>
          </p:cNvPr>
          <p:cNvSpPr txBox="1">
            <a:spLocks noChangeArrowheads="1"/>
          </p:cNvSpPr>
          <p:nvPr/>
        </p:nvSpPr>
        <p:spPr bwMode="auto">
          <a:xfrm>
            <a:off x="974017" y="21210827"/>
            <a:ext cx="6717678" cy="861774"/>
          </a:xfrm>
          <a:prstGeom prst="rect">
            <a:avLst/>
          </a:prstGeom>
          <a:noFill/>
          <a:ln w="9525">
            <a:noFill/>
            <a:miter lim="800000"/>
            <a:headEnd/>
            <a:tailEnd/>
          </a:ln>
        </p:spPr>
        <p:txBody>
          <a:bodyPr wrap="square">
            <a:spAutoFit/>
          </a:bodyPr>
          <a:lstStyle/>
          <a:p>
            <a:pPr algn="just" eaLnBrk="1" fontAlgn="auto" hangingPunct="1">
              <a:spcBef>
                <a:spcPts val="0"/>
              </a:spcBef>
              <a:spcAft>
                <a:spcPts val="0"/>
              </a:spcAft>
              <a:defRPr/>
            </a:pPr>
            <a:r>
              <a:rPr lang="zh-TW" altLang="en-US" sz="5000" b="1" dirty="0">
                <a:ln w="10541" cmpd="sng">
                  <a:solidFill>
                    <a:sysClr val="windowText" lastClr="000000"/>
                  </a:solidFill>
                  <a:prstDash val="solid"/>
                </a:ln>
                <a:latin typeface="標楷體" panose="03000509000000000000" pitchFamily="65" charset="-120"/>
                <a:ea typeface="標楷體" panose="03000509000000000000" pitchFamily="65" charset="-120"/>
                <a:cs typeface="Times New Roman" pitchFamily="18" charset="0"/>
              </a:rPr>
              <a:t>聲音辨識演算法</a:t>
            </a:r>
          </a:p>
        </p:txBody>
      </p:sp>
      <p:graphicFrame>
        <p:nvGraphicFramePr>
          <p:cNvPr id="93" name="表格 92">
            <a:extLst>
              <a:ext uri="{FF2B5EF4-FFF2-40B4-BE49-F238E27FC236}">
                <a16:creationId xmlns:a16="http://schemas.microsoft.com/office/drawing/2014/main" id="{23F86DCC-7353-4886-8E98-32E2EF45E964}"/>
              </a:ext>
            </a:extLst>
          </p:cNvPr>
          <p:cNvGraphicFramePr>
            <a:graphicFrameLocks noGrp="1"/>
          </p:cNvGraphicFramePr>
          <p:nvPr>
            <p:extLst>
              <p:ext uri="{D42A27DB-BD31-4B8C-83A1-F6EECF244321}">
                <p14:modId xmlns:p14="http://schemas.microsoft.com/office/powerpoint/2010/main" val="3472117081"/>
              </p:ext>
            </p:extLst>
          </p:nvPr>
        </p:nvGraphicFramePr>
        <p:xfrm>
          <a:off x="11140453" y="14401800"/>
          <a:ext cx="9386887" cy="3417660"/>
        </p:xfrm>
        <a:graphic>
          <a:graphicData uri="http://schemas.openxmlformats.org/drawingml/2006/table">
            <a:tbl>
              <a:tblPr firstRow="1" bandRow="1">
                <a:tableStyleId>{72833802-FEF1-4C79-8D5D-14CF1EAF98D9}</a:tableStyleId>
              </a:tblPr>
              <a:tblGrid>
                <a:gridCol w="6810276">
                  <a:extLst>
                    <a:ext uri="{9D8B030D-6E8A-4147-A177-3AD203B41FA5}">
                      <a16:colId xmlns:a16="http://schemas.microsoft.com/office/drawing/2014/main" val="2491276751"/>
                    </a:ext>
                  </a:extLst>
                </a:gridCol>
                <a:gridCol w="2576611">
                  <a:extLst>
                    <a:ext uri="{9D8B030D-6E8A-4147-A177-3AD203B41FA5}">
                      <a16:colId xmlns:a16="http://schemas.microsoft.com/office/drawing/2014/main" val="91854492"/>
                    </a:ext>
                  </a:extLst>
                </a:gridCol>
              </a:tblGrid>
              <a:tr h="683532">
                <a:tc>
                  <a:txBody>
                    <a:bodyPr/>
                    <a:lstStyle/>
                    <a:p>
                      <a:pPr algn="ctr"/>
                      <a:r>
                        <a:rPr lang="zh-TW" altLang="en-US" sz="3200" baseline="0" dirty="0">
                          <a:latin typeface="標楷體" panose="03000509000000000000" pitchFamily="65" charset="-120"/>
                          <a:ea typeface="標楷體" panose="03000509000000000000" pitchFamily="65" charset="-120"/>
                        </a:rPr>
                        <a:t>類別</a:t>
                      </a:r>
                      <a:endParaRPr lang="zh-TW" altLang="en-US" sz="3200" baseline="0" dirty="0">
                        <a:solidFill>
                          <a:schemeClr val="tx2">
                            <a:lumMod val="75000"/>
                          </a:schemeClr>
                        </a:solidFill>
                        <a:latin typeface="標楷體" panose="03000509000000000000" pitchFamily="65" charset="-120"/>
                        <a:ea typeface="標楷體" panose="03000509000000000000" pitchFamily="65" charset="-120"/>
                      </a:endParaRPr>
                    </a:p>
                  </a:txBody>
                  <a:tcPr marL="91446" marR="91446" marT="45714" marB="45714" anchor="ctr"/>
                </a:tc>
                <a:tc>
                  <a:txBody>
                    <a:bodyPr/>
                    <a:lstStyle/>
                    <a:p>
                      <a:pPr algn="ctr"/>
                      <a:r>
                        <a:rPr lang="zh-TW" altLang="en-US" sz="3200" baseline="0" dirty="0">
                          <a:latin typeface="標楷體" panose="03000509000000000000" pitchFamily="65" charset="-120"/>
                          <a:ea typeface="標楷體" panose="03000509000000000000" pitchFamily="65" charset="-120"/>
                        </a:rPr>
                        <a:t>準確度</a:t>
                      </a:r>
                      <a:endParaRPr lang="zh-TW" altLang="en-US" sz="3200" baseline="0" dirty="0">
                        <a:solidFill>
                          <a:schemeClr val="tx2">
                            <a:lumMod val="75000"/>
                          </a:schemeClr>
                        </a:solidFill>
                        <a:latin typeface="標楷體" panose="03000509000000000000" pitchFamily="65" charset="-120"/>
                        <a:ea typeface="標楷體" panose="03000509000000000000" pitchFamily="65" charset="-120"/>
                      </a:endParaRPr>
                    </a:p>
                  </a:txBody>
                  <a:tcPr marL="91446" marR="91446" marT="45714" marB="45714" anchor="ctr"/>
                </a:tc>
                <a:extLst>
                  <a:ext uri="{0D108BD9-81ED-4DB2-BD59-A6C34878D82A}">
                    <a16:rowId xmlns:a16="http://schemas.microsoft.com/office/drawing/2014/main" val="98928124"/>
                  </a:ext>
                </a:extLst>
              </a:tr>
              <a:tr h="683532">
                <a:tc>
                  <a:txBody>
                    <a:bodyPr/>
                    <a:lstStyle/>
                    <a:p>
                      <a:pPr marL="0" marR="0" lvl="0" indent="0" algn="ctr" defTabSz="2160270" rtl="0" eaLnBrk="1" fontAlgn="auto" latinLnBrk="0" hangingPunct="1">
                        <a:lnSpc>
                          <a:spcPct val="100000"/>
                        </a:lnSpc>
                        <a:spcBef>
                          <a:spcPts val="0"/>
                        </a:spcBef>
                        <a:spcAft>
                          <a:spcPts val="0"/>
                        </a:spcAft>
                        <a:buClrTx/>
                        <a:buSzTx/>
                        <a:buFontTx/>
                        <a:buNone/>
                        <a:tabLst/>
                        <a:defRPr/>
                      </a:pPr>
                      <a:r>
                        <a:rPr lang="zh-TW" altLang="en-US" sz="3000" kern="1200" dirty="0">
                          <a:solidFill>
                            <a:schemeClr val="tx1"/>
                          </a:solidFill>
                          <a:latin typeface="標楷體" panose="03000509000000000000" pitchFamily="65" charset="-120"/>
                          <a:ea typeface="標楷體" panose="03000509000000000000" pitchFamily="65" charset="-120"/>
                          <a:cs typeface="+mn-cs"/>
                        </a:rPr>
                        <a:t>紙容器</a:t>
                      </a:r>
                    </a:p>
                  </a:txBody>
                  <a:tcPr marL="91446" marR="91446" marT="45714" marB="45714" anchor="ctr"/>
                </a:tc>
                <a:tc>
                  <a:txBody>
                    <a:bodyPr/>
                    <a:lstStyle/>
                    <a:p>
                      <a:pPr algn="ctr"/>
                      <a:r>
                        <a:rPr lang="en-US" altLang="zh-TW" sz="3200" baseline="0" dirty="0">
                          <a:solidFill>
                            <a:schemeClr val="tx1"/>
                          </a:solidFill>
                          <a:latin typeface="Times New Roman" panose="02020603050405020304" pitchFamily="18" charset="0"/>
                          <a:ea typeface="Arial Unicode MS"/>
                          <a:cs typeface="Times New Roman" panose="02020603050405020304" pitchFamily="18" charset="0"/>
                        </a:rPr>
                        <a:t>92%</a:t>
                      </a:r>
                      <a:endParaRPr lang="zh-TW" altLang="en-US" sz="3200" baseline="0" dirty="0">
                        <a:solidFill>
                          <a:schemeClr val="tx1"/>
                        </a:solidFill>
                        <a:latin typeface="Times New Roman" panose="02020603050405020304" pitchFamily="18" charset="0"/>
                        <a:ea typeface="Arial Unicode MS"/>
                        <a:cs typeface="Times New Roman" panose="02020603050405020304" pitchFamily="18" charset="0"/>
                      </a:endParaRPr>
                    </a:p>
                  </a:txBody>
                  <a:tcPr marL="91446" marR="91446" marT="45714" marB="45714" anchor="ctr"/>
                </a:tc>
                <a:extLst>
                  <a:ext uri="{0D108BD9-81ED-4DB2-BD59-A6C34878D82A}">
                    <a16:rowId xmlns:a16="http://schemas.microsoft.com/office/drawing/2014/main" val="116734684"/>
                  </a:ext>
                </a:extLst>
              </a:tr>
              <a:tr h="683532">
                <a:tc>
                  <a:txBody>
                    <a:bodyPr/>
                    <a:lstStyle/>
                    <a:p>
                      <a:pPr algn="ctr"/>
                      <a:r>
                        <a:rPr lang="zh-TW" altLang="en-US" sz="3000" kern="1200" dirty="0">
                          <a:solidFill>
                            <a:schemeClr val="tx1"/>
                          </a:solidFill>
                          <a:latin typeface="標楷體" panose="03000509000000000000" pitchFamily="65" charset="-120"/>
                          <a:ea typeface="標楷體" panose="03000509000000000000" pitchFamily="65" charset="-120"/>
                          <a:cs typeface="+mn-cs"/>
                        </a:rPr>
                        <a:t>寶特瓶</a:t>
                      </a:r>
                    </a:p>
                  </a:txBody>
                  <a:tcPr marL="91446" marR="91446" marT="45714" marB="45714" anchor="ctr"/>
                </a:tc>
                <a:tc>
                  <a:txBody>
                    <a:bodyPr/>
                    <a:lstStyle/>
                    <a:p>
                      <a:pPr marL="0" algn="ctr" defTabSz="2160270" rtl="0" eaLnBrk="1" latinLnBrk="0" hangingPunct="1"/>
                      <a:r>
                        <a:rPr lang="en-US" altLang="zh-TW" sz="3200" kern="1200" baseline="0" dirty="0">
                          <a:solidFill>
                            <a:schemeClr val="tx1"/>
                          </a:solidFill>
                          <a:latin typeface="Times New Roman" panose="02020603050405020304" pitchFamily="18" charset="0"/>
                          <a:ea typeface="Arial Unicode MS"/>
                          <a:cs typeface="Times New Roman" panose="02020603050405020304" pitchFamily="18" charset="0"/>
                        </a:rPr>
                        <a:t>95%</a:t>
                      </a:r>
                      <a:endParaRPr lang="zh-TW" altLang="en-US" sz="3200" kern="1200" baseline="0" dirty="0">
                        <a:solidFill>
                          <a:schemeClr val="tx1"/>
                        </a:solidFill>
                        <a:latin typeface="Times New Roman" panose="02020603050405020304" pitchFamily="18" charset="0"/>
                        <a:ea typeface="Arial Unicode MS"/>
                        <a:cs typeface="Times New Roman" panose="02020603050405020304" pitchFamily="18" charset="0"/>
                      </a:endParaRPr>
                    </a:p>
                  </a:txBody>
                  <a:tcPr marL="91446" marR="91446" marT="45714" marB="45714" anchor="ctr"/>
                </a:tc>
                <a:extLst>
                  <a:ext uri="{0D108BD9-81ED-4DB2-BD59-A6C34878D82A}">
                    <a16:rowId xmlns:a16="http://schemas.microsoft.com/office/drawing/2014/main" val="1899200852"/>
                  </a:ext>
                </a:extLst>
              </a:tr>
              <a:tr h="683532">
                <a:tc>
                  <a:txBody>
                    <a:bodyPr/>
                    <a:lstStyle/>
                    <a:p>
                      <a:pPr algn="ctr"/>
                      <a:r>
                        <a:rPr lang="zh-TW" altLang="en-US" sz="3000" kern="1200" dirty="0">
                          <a:solidFill>
                            <a:schemeClr val="tx1"/>
                          </a:solidFill>
                          <a:latin typeface="標楷體" panose="03000509000000000000" pitchFamily="65" charset="-120"/>
                          <a:ea typeface="標楷體" panose="03000509000000000000" pitchFamily="65" charset="-120"/>
                          <a:cs typeface="+mn-cs"/>
                        </a:rPr>
                        <a:t>鋁箔包</a:t>
                      </a:r>
                    </a:p>
                  </a:txBody>
                  <a:tcPr marL="91446" marR="91446" marT="45714" marB="45714" anchor="ctr"/>
                </a:tc>
                <a:tc>
                  <a:txBody>
                    <a:bodyPr/>
                    <a:lstStyle/>
                    <a:p>
                      <a:pPr marL="0" algn="ctr" defTabSz="2160270" rtl="0" eaLnBrk="1" latinLnBrk="0" hangingPunct="1"/>
                      <a:r>
                        <a:rPr lang="en-US" altLang="zh-TW" sz="3200" kern="1200" baseline="0" dirty="0">
                          <a:solidFill>
                            <a:schemeClr val="tx1"/>
                          </a:solidFill>
                          <a:latin typeface="Times New Roman" panose="02020603050405020304" pitchFamily="18" charset="0"/>
                          <a:ea typeface="Arial Unicode MS"/>
                          <a:cs typeface="Times New Roman" panose="02020603050405020304" pitchFamily="18" charset="0"/>
                        </a:rPr>
                        <a:t>93%</a:t>
                      </a:r>
                      <a:endParaRPr lang="zh-TW" altLang="en-US" sz="3200" kern="1200" baseline="0" dirty="0">
                        <a:solidFill>
                          <a:schemeClr val="tx1"/>
                        </a:solidFill>
                        <a:latin typeface="Times New Roman" panose="02020603050405020304" pitchFamily="18" charset="0"/>
                        <a:ea typeface="Arial Unicode MS"/>
                        <a:cs typeface="Times New Roman" panose="02020603050405020304" pitchFamily="18" charset="0"/>
                      </a:endParaRPr>
                    </a:p>
                  </a:txBody>
                  <a:tcPr marL="91446" marR="91446" marT="45714" marB="45714" anchor="ctr"/>
                </a:tc>
                <a:extLst>
                  <a:ext uri="{0D108BD9-81ED-4DB2-BD59-A6C34878D82A}">
                    <a16:rowId xmlns:a16="http://schemas.microsoft.com/office/drawing/2014/main" val="3264843808"/>
                  </a:ext>
                </a:extLst>
              </a:tr>
              <a:tr h="683532">
                <a:tc>
                  <a:txBody>
                    <a:bodyPr/>
                    <a:lstStyle/>
                    <a:p>
                      <a:pPr algn="ctr"/>
                      <a:r>
                        <a:rPr lang="zh-TW" altLang="en-US" sz="3000" kern="1200" dirty="0">
                          <a:solidFill>
                            <a:schemeClr val="tx1"/>
                          </a:solidFill>
                          <a:latin typeface="標楷體" panose="03000509000000000000" pitchFamily="65" charset="-120"/>
                          <a:ea typeface="標楷體" panose="03000509000000000000" pitchFamily="65" charset="-120"/>
                          <a:cs typeface="+mn-cs"/>
                        </a:rPr>
                        <a:t>鐵鋁罐</a:t>
                      </a:r>
                    </a:p>
                  </a:txBody>
                  <a:tcPr marL="91446" marR="91446" marT="45714" marB="45714" anchor="ctr"/>
                </a:tc>
                <a:tc>
                  <a:txBody>
                    <a:bodyPr/>
                    <a:lstStyle/>
                    <a:p>
                      <a:pPr marL="0" algn="ctr" defTabSz="2160270" rtl="0" eaLnBrk="1" latinLnBrk="0" hangingPunct="1"/>
                      <a:r>
                        <a:rPr lang="en-US" altLang="zh-TW" sz="3200" kern="1200" baseline="0" dirty="0" smtClean="0">
                          <a:solidFill>
                            <a:schemeClr val="tx1"/>
                          </a:solidFill>
                          <a:latin typeface="Times New Roman" panose="02020603050405020304" pitchFamily="18" charset="0"/>
                          <a:ea typeface="Arial Unicode MS"/>
                          <a:cs typeface="Times New Roman" panose="02020603050405020304" pitchFamily="18" charset="0"/>
                        </a:rPr>
                        <a:t>95%</a:t>
                      </a:r>
                      <a:endParaRPr lang="zh-TW" altLang="en-US" sz="3200" kern="1200" baseline="0" dirty="0">
                        <a:solidFill>
                          <a:schemeClr val="tx1"/>
                        </a:solidFill>
                        <a:latin typeface="Times New Roman" panose="02020603050405020304" pitchFamily="18" charset="0"/>
                        <a:ea typeface="Arial Unicode MS"/>
                        <a:cs typeface="Times New Roman" panose="02020603050405020304" pitchFamily="18" charset="0"/>
                      </a:endParaRPr>
                    </a:p>
                  </a:txBody>
                  <a:tcPr marL="91446" marR="91446" marT="45714" marB="45714" anchor="ctr"/>
                </a:tc>
                <a:extLst>
                  <a:ext uri="{0D108BD9-81ED-4DB2-BD59-A6C34878D82A}">
                    <a16:rowId xmlns:a16="http://schemas.microsoft.com/office/drawing/2014/main" val="4243446714"/>
                  </a:ext>
                </a:extLst>
              </a:tr>
            </a:tbl>
          </a:graphicData>
        </a:graphic>
      </p:graphicFrame>
      <p:sp>
        <p:nvSpPr>
          <p:cNvPr id="10275" name="文字方塊 7">
            <a:extLst>
              <a:ext uri="{FF2B5EF4-FFF2-40B4-BE49-F238E27FC236}">
                <a16:creationId xmlns:a16="http://schemas.microsoft.com/office/drawing/2014/main" id="{F74A86D8-BF69-E49C-C5CF-E83090E1B868}"/>
              </a:ext>
            </a:extLst>
          </p:cNvPr>
          <p:cNvSpPr txBox="1">
            <a:spLocks noChangeArrowheads="1"/>
          </p:cNvSpPr>
          <p:nvPr/>
        </p:nvSpPr>
        <p:spPr bwMode="auto">
          <a:xfrm>
            <a:off x="1074862" y="22191663"/>
            <a:ext cx="9534525"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indent="0" algn="just" eaLnBrk="1" hangingPunct="1"/>
            <a:r>
              <a:rPr lang="zh-TW" altLang="en-US" sz="3000" dirty="0">
                <a:latin typeface="標楷體" panose="03000509000000000000" pitchFamily="65" charset="-120"/>
                <a:ea typeface="標楷體" panose="03000509000000000000" pitchFamily="65" charset="-120"/>
              </a:rPr>
              <a:t>本研究在聲音對於材質辨識的演算法上會以該訊號的</a:t>
            </a:r>
            <a:r>
              <a:rPr lang="en-US" altLang="zh-TW" sz="3000" dirty="0">
                <a:latin typeface="標楷體" panose="03000509000000000000" pitchFamily="65" charset="-120"/>
                <a:ea typeface="標楷體" panose="03000509000000000000" pitchFamily="65" charset="-120"/>
              </a:rPr>
              <a:t>MFCC</a:t>
            </a:r>
            <a:r>
              <a:rPr lang="zh-TW" altLang="en-US" sz="3000" dirty="0">
                <a:latin typeface="標楷體" panose="03000509000000000000" pitchFamily="65" charset="-120"/>
                <a:ea typeface="標楷體" panose="03000509000000000000" pitchFamily="65" charset="-120"/>
              </a:rPr>
              <a:t>係數為特徵，故會先對時域內所傳入的聲音訊號進行採樣，並進行音框化後再對其做加窗，而後再透過傅立葉轉換得到該頻譜，並將此頻譜映射至梅爾刻度，再利用三角帶通濾波器過濾後取其對數，接著依此來做離散餘弦變換以獲取該訊號的</a:t>
            </a:r>
            <a:r>
              <a:rPr lang="en-US" altLang="zh-TW" sz="3000" dirty="0">
                <a:latin typeface="標楷體" panose="03000509000000000000" pitchFamily="65" charset="-120"/>
                <a:ea typeface="標楷體" panose="03000509000000000000" pitchFamily="65" charset="-120"/>
              </a:rPr>
              <a:t>MFCC</a:t>
            </a:r>
            <a:r>
              <a:rPr lang="zh-TW" altLang="en-US" sz="3000" dirty="0">
                <a:latin typeface="標楷體" panose="03000509000000000000" pitchFamily="65" charset="-120"/>
                <a:ea typeface="標楷體" panose="03000509000000000000" pitchFamily="65" charset="-120"/>
              </a:rPr>
              <a:t>係數</a:t>
            </a:r>
            <a:r>
              <a:rPr lang="en-US" altLang="zh-TW" sz="3000" dirty="0">
                <a:latin typeface="標楷體" panose="03000509000000000000" pitchFamily="65" charset="-120"/>
                <a:ea typeface="標楷體" panose="03000509000000000000" pitchFamily="65" charset="-120"/>
              </a:rPr>
              <a:t>(</a:t>
            </a:r>
            <a:r>
              <a:rPr lang="zh-TW" altLang="en-US" sz="3000" dirty="0">
                <a:latin typeface="標楷體" panose="03000509000000000000" pitchFamily="65" charset="-120"/>
                <a:ea typeface="標楷體" panose="03000509000000000000" pitchFamily="65" charset="-120"/>
              </a:rPr>
              <a:t>取</a:t>
            </a:r>
            <a:r>
              <a:rPr lang="en-US" altLang="zh-TW" sz="3000" dirty="0">
                <a:latin typeface="標楷體" panose="03000509000000000000" pitchFamily="65" charset="-120"/>
                <a:ea typeface="標楷體" panose="03000509000000000000" pitchFamily="65" charset="-120"/>
              </a:rPr>
              <a:t>20</a:t>
            </a:r>
            <a:r>
              <a:rPr lang="zh-TW" altLang="en-US" sz="3000" dirty="0">
                <a:latin typeface="標楷體" panose="03000509000000000000" pitchFamily="65" charset="-120"/>
                <a:ea typeface="標楷體" panose="03000509000000000000" pitchFamily="65" charset="-120"/>
              </a:rPr>
              <a:t>維</a:t>
            </a:r>
            <a:r>
              <a:rPr lang="en-US" altLang="zh-TW" sz="3000" dirty="0">
                <a:latin typeface="標楷體" panose="03000509000000000000" pitchFamily="65" charset="-120"/>
                <a:ea typeface="標楷體" panose="03000509000000000000" pitchFamily="65" charset="-120"/>
              </a:rPr>
              <a:t>)</a:t>
            </a:r>
            <a:r>
              <a:rPr lang="zh-TW" altLang="en-US" sz="3000" dirty="0">
                <a:latin typeface="標楷體" panose="03000509000000000000" pitchFamily="65" charset="-120"/>
                <a:ea typeface="標楷體" panose="03000509000000000000" pitchFamily="65" charset="-120"/>
              </a:rPr>
              <a:t>，最後再將由上述所得之</a:t>
            </a:r>
            <a:r>
              <a:rPr lang="en-US" altLang="zh-TW" sz="3000" dirty="0">
                <a:latin typeface="標楷體" panose="03000509000000000000" pitchFamily="65" charset="-120"/>
                <a:ea typeface="標楷體" panose="03000509000000000000" pitchFamily="65" charset="-120"/>
              </a:rPr>
              <a:t>MFCC</a:t>
            </a:r>
            <a:r>
              <a:rPr lang="zh-TW" altLang="en-US" sz="3000" dirty="0">
                <a:latin typeface="標楷體" panose="03000509000000000000" pitchFamily="65" charset="-120"/>
                <a:ea typeface="標楷體" panose="03000509000000000000" pitchFamily="65" charset="-120"/>
              </a:rPr>
              <a:t>送至遞歸神經網路 </a:t>
            </a:r>
            <a:r>
              <a:rPr lang="en-US" altLang="zh-TW" sz="3000" dirty="0">
                <a:latin typeface="標楷體" panose="03000509000000000000" pitchFamily="65" charset="-120"/>
                <a:ea typeface="標楷體" panose="03000509000000000000" pitchFamily="65" charset="-120"/>
              </a:rPr>
              <a:t>(RNN)</a:t>
            </a:r>
            <a:r>
              <a:rPr lang="zh-TW" altLang="en-US" sz="3000" dirty="0">
                <a:latin typeface="標楷體" panose="03000509000000000000" pitchFamily="65" charset="-120"/>
                <a:ea typeface="標楷體" panose="03000509000000000000" pitchFamily="65" charset="-120"/>
              </a:rPr>
              <a:t>來做訓練，以此萃取出可用來對本研究欲分辨之垃圾回收物的模型。</a:t>
            </a:r>
            <a:endParaRPr lang="en-US" altLang="zh-TW" sz="3000" dirty="0">
              <a:latin typeface="標楷體" panose="03000509000000000000" pitchFamily="65" charset="-120"/>
              <a:ea typeface="標楷體" panose="03000509000000000000" pitchFamily="65" charset="-120"/>
            </a:endParaRPr>
          </a:p>
        </p:txBody>
      </p:sp>
      <p:grpSp>
        <p:nvGrpSpPr>
          <p:cNvPr id="13319" name="群組 4">
            <a:extLst>
              <a:ext uri="{FF2B5EF4-FFF2-40B4-BE49-F238E27FC236}">
                <a16:creationId xmlns:a16="http://schemas.microsoft.com/office/drawing/2014/main" id="{21B3C077-110F-417D-AB6D-F6614EB8092A}"/>
              </a:ext>
            </a:extLst>
          </p:cNvPr>
          <p:cNvGrpSpPr>
            <a:grpSpLocks/>
          </p:cNvGrpSpPr>
          <p:nvPr/>
        </p:nvGrpSpPr>
        <p:grpSpPr bwMode="auto">
          <a:xfrm>
            <a:off x="870891" y="3354075"/>
            <a:ext cx="19867563" cy="22857031"/>
            <a:chOff x="864214" y="7705725"/>
            <a:chExt cx="20306686" cy="20161250"/>
          </a:xfrm>
          <a:noFill/>
        </p:grpSpPr>
        <p:sp>
          <p:nvSpPr>
            <p:cNvPr id="4" name="矩形 3">
              <a:extLst>
                <a:ext uri="{FF2B5EF4-FFF2-40B4-BE49-F238E27FC236}">
                  <a16:creationId xmlns:a16="http://schemas.microsoft.com/office/drawing/2014/main" id="{CE642CD8-F11A-4550-A6BB-5483D1D5753C}"/>
                </a:ext>
              </a:extLst>
            </p:cNvPr>
            <p:cNvSpPr/>
            <p:nvPr/>
          </p:nvSpPr>
          <p:spPr>
            <a:xfrm>
              <a:off x="864214" y="7705725"/>
              <a:ext cx="20306686" cy="20161250"/>
            </a:xfrm>
            <a:prstGeom prst="rect">
              <a:avLst/>
            </a:prstGeom>
            <a:grpFill/>
            <a:ln w="38100" cmpd="tri">
              <a:solidFill>
                <a:schemeClr val="accent5">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fontAlgn="auto" hangingPunct="1">
                <a:spcBef>
                  <a:spcPts val="0"/>
                </a:spcBef>
                <a:spcAft>
                  <a:spcPts val="0"/>
                </a:spcAft>
                <a:defRPr/>
              </a:pPr>
              <a:endParaRPr lang="zh-TW" altLang="en-US"/>
            </a:p>
          </p:txBody>
        </p:sp>
        <p:sp>
          <p:nvSpPr>
            <p:cNvPr id="2" name="矩形 1">
              <a:extLst>
                <a:ext uri="{FF2B5EF4-FFF2-40B4-BE49-F238E27FC236}">
                  <a16:creationId xmlns:a16="http://schemas.microsoft.com/office/drawing/2014/main" id="{453719E7-CBE4-4B68-9410-CC0FC90FD407}"/>
                </a:ext>
              </a:extLst>
            </p:cNvPr>
            <p:cNvSpPr/>
            <p:nvPr/>
          </p:nvSpPr>
          <p:spPr>
            <a:xfrm>
              <a:off x="1204128" y="8542097"/>
              <a:ext cx="9608691" cy="2931953"/>
            </a:xfrm>
            <a:prstGeom prst="rect">
              <a:avLst/>
            </a:prstGeom>
            <a:grpFill/>
          </p:spPr>
          <p:txBody>
            <a:bodyPr>
              <a:spAutoFit/>
            </a:bodyPr>
            <a:lstStyle/>
            <a:p>
              <a:pPr algn="just" eaLnBrk="1" fontAlgn="auto" hangingPunct="1">
                <a:spcBef>
                  <a:spcPts val="0"/>
                </a:spcBef>
                <a:spcAft>
                  <a:spcPts val="0"/>
                </a:spcAft>
                <a:defRPr/>
              </a:pPr>
              <a:r>
                <a:rPr lang="zh-TW" altLang="en-US" sz="3000" dirty="0">
                  <a:latin typeface="標楷體" panose="03000509000000000000" pitchFamily="65" charset="-120"/>
                  <a:ea typeface="標楷體" panose="03000509000000000000" pitchFamily="65" charset="-120"/>
                </a:rPr>
                <a:t>一直以來，環保相關的議題一直都是世界所關注的重大議題之一，尤其是資源回收分類，對此，本篇論文提出了一種基於聲音辨識的方法來針對「不同材質」回收物進行分類機制的智慧回收箱，此篇論文將以常見的「紙類、寶特瓶、鋁箔包以及鋁罐」等四種定義為主要辨識的材質，辨識完成之後，此回收箱便會根據辨識的結果將該回收物分類至指定的回收區域中。</a:t>
              </a:r>
              <a:endParaRPr lang="zh-TW" altLang="en-US" sz="3000" dirty="0">
                <a:solidFill>
                  <a:schemeClr val="tx2">
                    <a:lumMod val="75000"/>
                  </a:schemeClr>
                </a:solidFill>
                <a:latin typeface="標楷體" panose="03000509000000000000" pitchFamily="65" charset="-120"/>
                <a:ea typeface="標楷體" panose="03000509000000000000" pitchFamily="65" charset="-120"/>
                <a:cs typeface="Times New Roman" pitchFamily="18" charset="0"/>
              </a:endParaRPr>
            </a:p>
          </p:txBody>
        </p:sp>
        <p:sp>
          <p:nvSpPr>
            <p:cNvPr id="7" name="文字方塊 11">
              <a:extLst>
                <a:ext uri="{FF2B5EF4-FFF2-40B4-BE49-F238E27FC236}">
                  <a16:creationId xmlns:a16="http://schemas.microsoft.com/office/drawing/2014/main" id="{3F977AFB-8A50-4B23-8B86-ED7F36344FB9}"/>
                </a:ext>
              </a:extLst>
            </p:cNvPr>
            <p:cNvSpPr txBox="1">
              <a:spLocks noChangeArrowheads="1"/>
            </p:cNvSpPr>
            <p:nvPr/>
          </p:nvSpPr>
          <p:spPr bwMode="auto">
            <a:xfrm>
              <a:off x="1073801" y="11710643"/>
              <a:ext cx="3581002" cy="779847"/>
            </a:xfrm>
            <a:prstGeom prst="rect">
              <a:avLst/>
            </a:prstGeom>
            <a:grpFill/>
            <a:ln w="9525">
              <a:noFill/>
              <a:miter lim="800000"/>
              <a:headEnd/>
              <a:tailEnd/>
            </a:ln>
          </p:spPr>
          <p:txBody>
            <a:bodyPr>
              <a:spAutoFit/>
            </a:bodyPr>
            <a:lstStyle/>
            <a:p>
              <a:pPr algn="just" eaLnBrk="1" fontAlgn="auto" hangingPunct="1">
                <a:spcBef>
                  <a:spcPts val="0"/>
                </a:spcBef>
                <a:spcAft>
                  <a:spcPts val="0"/>
                </a:spcAft>
                <a:defRPr/>
              </a:pPr>
              <a:r>
                <a:rPr lang="zh-TW" altLang="en-US" sz="5000" b="1" dirty="0">
                  <a:ln w="10541" cmpd="sng">
                    <a:solidFill>
                      <a:sysClr val="windowText" lastClr="000000"/>
                    </a:solidFill>
                    <a:prstDash val="solid"/>
                  </a:ln>
                  <a:latin typeface="標楷體" panose="03000509000000000000" pitchFamily="65" charset="-120"/>
                  <a:ea typeface="標楷體" panose="03000509000000000000" pitchFamily="65" charset="-120"/>
                  <a:cs typeface="Times New Roman" pitchFamily="18" charset="0"/>
                </a:rPr>
                <a:t>模型架構</a:t>
              </a:r>
            </a:p>
          </p:txBody>
        </p:sp>
        <p:cxnSp>
          <p:nvCxnSpPr>
            <p:cNvPr id="16" name="直線接點 15">
              <a:extLst>
                <a:ext uri="{FF2B5EF4-FFF2-40B4-BE49-F238E27FC236}">
                  <a16:creationId xmlns:a16="http://schemas.microsoft.com/office/drawing/2014/main" id="{C4989B73-F60D-42F4-9C78-392DD52725FC}"/>
                </a:ext>
              </a:extLst>
            </p:cNvPr>
            <p:cNvCxnSpPr>
              <a:stCxn id="4" idx="0"/>
            </p:cNvCxnSpPr>
            <p:nvPr/>
          </p:nvCxnSpPr>
          <p:spPr>
            <a:xfrm>
              <a:off x="11016746" y="7705725"/>
              <a:ext cx="0" cy="20161250"/>
            </a:xfrm>
            <a:prstGeom prst="line">
              <a:avLst/>
            </a:prstGeom>
            <a:grpFill/>
            <a:ln w="19050">
              <a:solidFill>
                <a:schemeClr val="accent1">
                  <a:lumMod val="75000"/>
                  <a:alpha val="43000"/>
                </a:schemeClr>
              </a:solidFill>
            </a:ln>
          </p:spPr>
          <p:style>
            <a:lnRef idx="1">
              <a:schemeClr val="accent5"/>
            </a:lnRef>
            <a:fillRef idx="0">
              <a:schemeClr val="accent5"/>
            </a:fillRef>
            <a:effectRef idx="0">
              <a:schemeClr val="accent5"/>
            </a:effectRef>
            <a:fontRef idx="minor">
              <a:schemeClr val="tx1"/>
            </a:fontRef>
          </p:style>
        </p:cxnSp>
        <p:sp>
          <p:nvSpPr>
            <p:cNvPr id="15" name="文字方塊 9">
              <a:extLst>
                <a:ext uri="{FF2B5EF4-FFF2-40B4-BE49-F238E27FC236}">
                  <a16:creationId xmlns:a16="http://schemas.microsoft.com/office/drawing/2014/main" id="{F9722385-D86E-4497-9784-6E5B5558CD25}"/>
                </a:ext>
              </a:extLst>
            </p:cNvPr>
            <p:cNvSpPr txBox="1">
              <a:spLocks noChangeArrowheads="1"/>
            </p:cNvSpPr>
            <p:nvPr/>
          </p:nvSpPr>
          <p:spPr bwMode="auto">
            <a:xfrm>
              <a:off x="11169929" y="16410433"/>
              <a:ext cx="9572625" cy="779847"/>
            </a:xfrm>
            <a:prstGeom prst="rect">
              <a:avLst/>
            </a:prstGeom>
            <a:grpFill/>
            <a:ln w="9525">
              <a:noFill/>
              <a:miter lim="800000"/>
              <a:headEnd/>
              <a:tailEnd/>
            </a:ln>
          </p:spPr>
          <p:txBody>
            <a:bodyPr>
              <a:spAutoFit/>
            </a:bodyPr>
            <a:lstStyle/>
            <a:p>
              <a:pPr algn="just" eaLnBrk="1" fontAlgn="auto" hangingPunct="1">
                <a:spcBef>
                  <a:spcPts val="0"/>
                </a:spcBef>
                <a:spcAft>
                  <a:spcPts val="0"/>
                </a:spcAft>
                <a:defRPr/>
              </a:pPr>
              <a:r>
                <a:rPr lang="zh-TW" altLang="en-US" sz="5000" b="1" dirty="0">
                  <a:ln w="10541" cmpd="sng">
                    <a:solidFill>
                      <a:sysClr val="windowText" lastClr="000000"/>
                    </a:solidFill>
                    <a:prstDash val="solid"/>
                  </a:ln>
                  <a:latin typeface="標楷體" panose="03000509000000000000" pitchFamily="65" charset="-120"/>
                  <a:ea typeface="標楷體" panose="03000509000000000000" pitchFamily="65" charset="-120"/>
                  <a:cs typeface="Times New Roman" pitchFamily="18" charset="0"/>
                  <a:sym typeface="Wingdings" pitchFamily="2" charset="2"/>
                </a:rPr>
                <a:t>實驗結果</a:t>
              </a:r>
              <a:endParaRPr lang="en-US" altLang="zh-TW" sz="5000" b="1" dirty="0">
                <a:ln w="10541" cmpd="sng">
                  <a:solidFill>
                    <a:sysClr val="windowText" lastClr="000000"/>
                  </a:solidFill>
                  <a:prstDash val="solid"/>
                </a:ln>
                <a:latin typeface="標楷體" panose="03000509000000000000" pitchFamily="65" charset="-120"/>
                <a:ea typeface="標楷體" panose="03000509000000000000" pitchFamily="65" charset="-120"/>
                <a:cs typeface="Times New Roman" pitchFamily="18" charset="0"/>
                <a:sym typeface="Wingdings" pitchFamily="2" charset="2"/>
              </a:endParaRPr>
            </a:p>
          </p:txBody>
        </p:sp>
      </p:grpSp>
      <p:sp>
        <p:nvSpPr>
          <p:cNvPr id="10278" name="文字方塊 134">
            <a:extLst>
              <a:ext uri="{FF2B5EF4-FFF2-40B4-BE49-F238E27FC236}">
                <a16:creationId xmlns:a16="http://schemas.microsoft.com/office/drawing/2014/main" id="{ADE00848-B622-4196-AD5B-5997E7F3A15E}"/>
              </a:ext>
            </a:extLst>
          </p:cNvPr>
          <p:cNvSpPr txBox="1">
            <a:spLocks noChangeArrowheads="1"/>
          </p:cNvSpPr>
          <p:nvPr/>
        </p:nvSpPr>
        <p:spPr bwMode="auto">
          <a:xfrm>
            <a:off x="1085850" y="8774041"/>
            <a:ext cx="9534525"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zh-TW" altLang="en-US" sz="3000" dirty="0">
                <a:latin typeface="標楷體" panose="03000509000000000000" pitchFamily="65" charset="-120"/>
                <a:ea typeface="標楷體" panose="03000509000000000000" pitchFamily="65" charset="-120"/>
              </a:rPr>
              <a:t>此次目標首先分為兩個部分製作，</a:t>
            </a:r>
            <a:r>
              <a:rPr lang="en-US" altLang="zh-TW" sz="3000" dirty="0">
                <a:latin typeface="標楷體" panose="03000509000000000000" pitchFamily="65" charset="-120"/>
                <a:ea typeface="標楷體" panose="03000509000000000000" pitchFamily="65" charset="-120"/>
              </a:rPr>
              <a:t>(1)</a:t>
            </a:r>
            <a:r>
              <a:rPr lang="zh-TW" altLang="en-US" sz="3000" dirty="0">
                <a:latin typeface="標楷體" panose="03000509000000000000" pitchFamily="65" charset="-120"/>
                <a:ea typeface="標楷體" panose="03000509000000000000" pitchFamily="65" charset="-120"/>
              </a:rPr>
              <a:t>聲音辨識區域規劃 ；</a:t>
            </a:r>
            <a:r>
              <a:rPr lang="en-US" altLang="zh-TW" sz="3000" dirty="0">
                <a:latin typeface="標楷體" panose="03000509000000000000" pitchFamily="65" charset="-120"/>
                <a:ea typeface="標楷體" panose="03000509000000000000" pitchFamily="65" charset="-120"/>
              </a:rPr>
              <a:t>(2)</a:t>
            </a:r>
            <a:r>
              <a:rPr lang="zh-TW" altLang="en-US" sz="3000" dirty="0">
                <a:latin typeface="標楷體" panose="03000509000000000000" pitchFamily="65" charset="-120"/>
                <a:ea typeface="標楷體" panose="03000509000000000000" pitchFamily="65" charset="-120"/>
              </a:rPr>
              <a:t>聲音辨識演算法</a:t>
            </a:r>
            <a:endParaRPr lang="en-US" altLang="zh-TW" sz="3000" dirty="0">
              <a:latin typeface="標楷體" panose="03000509000000000000" pitchFamily="65" charset="-120"/>
              <a:ea typeface="標楷體" panose="03000509000000000000" pitchFamily="65" charset="-120"/>
            </a:endParaRPr>
          </a:p>
          <a:p>
            <a:pPr algn="just" eaLnBrk="1" hangingPunct="1"/>
            <a:r>
              <a:rPr lang="zh-TW" altLang="en-US" sz="3000" dirty="0">
                <a:latin typeface="標楷體" panose="03000509000000000000" pitchFamily="65" charset="-120"/>
                <a:ea typeface="標楷體" panose="03000509000000000000" pitchFamily="65" charset="-120"/>
              </a:rPr>
              <a:t>下圖為我們所設計的智慧分類垃圾桶，此分類垃圾桶共搭載了數種設備，包含了測距模組</a:t>
            </a:r>
            <a:r>
              <a:rPr lang="en-US" altLang="zh-TW" sz="3000" dirty="0">
                <a:latin typeface="標楷體" panose="03000509000000000000" pitchFamily="65" charset="-120"/>
                <a:ea typeface="標楷體" panose="03000509000000000000" pitchFamily="65" charset="-120"/>
              </a:rPr>
              <a:t>(</a:t>
            </a:r>
            <a:r>
              <a:rPr lang="zh-TW" altLang="en-US" sz="3000" dirty="0">
                <a:latin typeface="標楷體" panose="03000509000000000000" pitchFamily="65" charset="-120"/>
                <a:ea typeface="標楷體" panose="03000509000000000000" pitchFamily="65" charset="-120"/>
              </a:rPr>
              <a:t>超音波感測器</a:t>
            </a:r>
            <a:r>
              <a:rPr lang="en-US" altLang="zh-TW" sz="3000" dirty="0">
                <a:latin typeface="標楷體" panose="03000509000000000000" pitchFamily="65" charset="-120"/>
                <a:ea typeface="標楷體" panose="03000509000000000000" pitchFamily="65" charset="-120"/>
              </a:rPr>
              <a:t>)</a:t>
            </a:r>
            <a:r>
              <a:rPr lang="zh-TW" altLang="en-US" sz="3000" dirty="0">
                <a:latin typeface="標楷體" panose="03000509000000000000" pitchFamily="65" charset="-120"/>
                <a:ea typeface="標楷體" panose="03000509000000000000" pitchFamily="65" charset="-120"/>
              </a:rPr>
              <a:t>、運算模組</a:t>
            </a:r>
            <a:r>
              <a:rPr lang="en-US" altLang="zh-TW" sz="3000" dirty="0">
                <a:latin typeface="標楷體" panose="03000509000000000000" pitchFamily="65" charset="-120"/>
                <a:ea typeface="標楷體" panose="03000509000000000000" pitchFamily="65" charset="-120"/>
              </a:rPr>
              <a:t>(</a:t>
            </a:r>
            <a:r>
              <a:rPr lang="zh-TW" altLang="en-US" sz="3000" dirty="0">
                <a:latin typeface="標楷體" panose="03000509000000000000" pitchFamily="65" charset="-120"/>
                <a:ea typeface="標楷體" panose="03000509000000000000" pitchFamily="65" charset="-120"/>
              </a:rPr>
              <a:t>樹莓派</a:t>
            </a:r>
            <a:r>
              <a:rPr lang="en-US" altLang="zh-TW" sz="3000" dirty="0">
                <a:latin typeface="標楷體" panose="03000509000000000000" pitchFamily="65" charset="-120"/>
                <a:ea typeface="標楷體" panose="03000509000000000000" pitchFamily="65" charset="-120"/>
              </a:rPr>
              <a:t>)</a:t>
            </a:r>
            <a:r>
              <a:rPr lang="zh-TW" altLang="en-US" sz="3000" dirty="0">
                <a:latin typeface="標楷體" panose="03000509000000000000" pitchFamily="65" charset="-120"/>
                <a:ea typeface="標楷體" panose="03000509000000000000" pitchFamily="65" charset="-120"/>
              </a:rPr>
              <a:t>、收音麥克風，運算模組為樹莓派。當垃圾回收物掉落並經過感測器感知範圍時就會啟動錄音並分析回收物材質，並通過轉板將其分類至相對應區域</a:t>
            </a:r>
          </a:p>
        </p:txBody>
      </p:sp>
      <p:sp>
        <p:nvSpPr>
          <p:cNvPr id="136" name="文字方塊 11">
            <a:extLst>
              <a:ext uri="{FF2B5EF4-FFF2-40B4-BE49-F238E27FC236}">
                <a16:creationId xmlns:a16="http://schemas.microsoft.com/office/drawing/2014/main" id="{71B12EEC-09A6-4E01-880E-477FE3033A1E}"/>
              </a:ext>
            </a:extLst>
          </p:cNvPr>
          <p:cNvSpPr txBox="1">
            <a:spLocks noChangeArrowheads="1"/>
          </p:cNvSpPr>
          <p:nvPr/>
        </p:nvSpPr>
        <p:spPr bwMode="auto">
          <a:xfrm>
            <a:off x="1184634" y="3446423"/>
            <a:ext cx="1723732" cy="861774"/>
          </a:xfrm>
          <a:prstGeom prst="rect">
            <a:avLst/>
          </a:prstGeom>
          <a:noFill/>
          <a:ln w="9525">
            <a:noFill/>
            <a:miter lim="800000"/>
            <a:headEnd/>
            <a:tailEnd/>
          </a:ln>
        </p:spPr>
        <p:txBody>
          <a:bodyPr>
            <a:spAutoFit/>
          </a:bodyPr>
          <a:lstStyle/>
          <a:p>
            <a:pPr algn="just" eaLnBrk="1" fontAlgn="auto" hangingPunct="1">
              <a:spcBef>
                <a:spcPts val="0"/>
              </a:spcBef>
              <a:spcAft>
                <a:spcPts val="0"/>
              </a:spcAft>
              <a:defRPr/>
            </a:pPr>
            <a:r>
              <a:rPr lang="zh-TW" altLang="en-US" sz="5000" b="1" dirty="0">
                <a:ln w="10541" cmpd="sng">
                  <a:solidFill>
                    <a:sysClr val="windowText" lastClr="000000"/>
                  </a:solidFill>
                  <a:prstDash val="solid"/>
                </a:ln>
                <a:latin typeface="標楷體" panose="03000509000000000000" pitchFamily="65" charset="-120"/>
                <a:ea typeface="標楷體" panose="03000509000000000000" pitchFamily="65" charset="-120"/>
                <a:cs typeface="Times New Roman" pitchFamily="18" charset="0"/>
              </a:rPr>
              <a:t>簡介</a:t>
            </a:r>
            <a:endParaRPr lang="en-US" altLang="zh-TW" sz="5000" dirty="0">
              <a:ln w="10541" cmpd="sng">
                <a:solidFill>
                  <a:sysClr val="windowText" lastClr="000000"/>
                </a:solidFill>
                <a:prstDash val="solid"/>
              </a:ln>
              <a:latin typeface="標楷體" panose="03000509000000000000" pitchFamily="65" charset="-120"/>
              <a:ea typeface="標楷體" panose="03000509000000000000" pitchFamily="65" charset="-120"/>
              <a:cs typeface="Times New Roman" pitchFamily="18" charset="0"/>
            </a:endParaRPr>
          </a:p>
        </p:txBody>
      </p:sp>
      <p:sp>
        <p:nvSpPr>
          <p:cNvPr id="10282" name="文字方塊 243">
            <a:extLst>
              <a:ext uri="{FF2B5EF4-FFF2-40B4-BE49-F238E27FC236}">
                <a16:creationId xmlns:a16="http://schemas.microsoft.com/office/drawing/2014/main" id="{EA59D50A-F4EB-A94C-515E-CCA14C3C59A5}"/>
              </a:ext>
            </a:extLst>
          </p:cNvPr>
          <p:cNvSpPr txBox="1">
            <a:spLocks noChangeArrowheads="1"/>
          </p:cNvSpPr>
          <p:nvPr/>
        </p:nvSpPr>
        <p:spPr bwMode="auto">
          <a:xfrm>
            <a:off x="10998372" y="19027117"/>
            <a:ext cx="9671050" cy="7478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zh-TW" altLang="en-US" sz="3000" dirty="0">
                <a:latin typeface="標楷體" panose="03000509000000000000" pitchFamily="65" charset="-120"/>
                <a:ea typeface="標楷體" panose="03000509000000000000" pitchFamily="65" charset="-120"/>
              </a:rPr>
              <a:t>本研究針對垃圾回收物提出了基於使用 </a:t>
            </a:r>
            <a:r>
              <a:rPr lang="en-US" altLang="zh-TW" sz="3000" dirty="0">
                <a:latin typeface="標楷體" panose="03000509000000000000" pitchFamily="65" charset="-120"/>
                <a:ea typeface="標楷體" panose="03000509000000000000" pitchFamily="65" charset="-120"/>
              </a:rPr>
              <a:t>AI </a:t>
            </a:r>
            <a:r>
              <a:rPr lang="zh-TW" altLang="en-US" sz="3000" dirty="0">
                <a:latin typeface="標楷體" panose="03000509000000000000" pitchFamily="65" charset="-120"/>
                <a:ea typeface="標楷體" panose="03000509000000000000" pitchFamily="65" charset="-120"/>
              </a:rPr>
              <a:t>搭配音訊特徵</a:t>
            </a:r>
            <a:r>
              <a:rPr lang="en-US" altLang="zh-TW" sz="3000" dirty="0">
                <a:latin typeface="標楷體" panose="03000509000000000000" pitchFamily="65" charset="-120"/>
                <a:ea typeface="標楷體" panose="03000509000000000000" pitchFamily="65" charset="-120"/>
              </a:rPr>
              <a:t>(MFCCS)</a:t>
            </a:r>
            <a:r>
              <a:rPr lang="zh-TW" altLang="en-US" sz="3000" dirty="0">
                <a:latin typeface="標楷體" panose="03000509000000000000" pitchFamily="65" charset="-120"/>
                <a:ea typeface="標楷體" panose="03000509000000000000" pitchFamily="65" charset="-120"/>
              </a:rPr>
              <a:t>以用作分類的方法，不同於當前的垃圾回收物分類方法之ㄧ，即影像辨識方法，本研究以音訊特徵</a:t>
            </a:r>
            <a:r>
              <a:rPr lang="en-US" altLang="zh-TW" sz="3000" dirty="0">
                <a:latin typeface="標楷體" panose="03000509000000000000" pitchFamily="65" charset="-120"/>
                <a:ea typeface="標楷體" panose="03000509000000000000" pitchFamily="65" charset="-120"/>
              </a:rPr>
              <a:t>(MFCCS)</a:t>
            </a:r>
            <a:r>
              <a:rPr lang="zh-TW" altLang="en-US" sz="3000" dirty="0">
                <a:latin typeface="標楷體" panose="03000509000000000000" pitchFamily="65" charset="-120"/>
                <a:ea typeface="標楷體" panose="03000509000000000000" pitchFamily="65" charset="-120"/>
              </a:rPr>
              <a:t>乃可對不同材質之垃圾回收物進行辨識而無需查看該垃圾</a:t>
            </a:r>
            <a:r>
              <a:rPr lang="zh-TW" altLang="en-US" sz="3000" dirty="0" smtClean="0">
                <a:latin typeface="標楷體" panose="03000509000000000000" pitchFamily="65" charset="-120"/>
                <a:ea typeface="標楷體" panose="03000509000000000000" pitchFamily="65" charset="-120"/>
              </a:rPr>
              <a:t>回收物品的形狀。</a:t>
            </a:r>
            <a:endParaRPr lang="en-US" altLang="zh-TW" sz="3000" dirty="0">
              <a:latin typeface="標楷體" panose="03000509000000000000" pitchFamily="65" charset="-120"/>
              <a:ea typeface="標楷體" panose="03000509000000000000" pitchFamily="65" charset="-120"/>
            </a:endParaRPr>
          </a:p>
          <a:p>
            <a:pPr algn="just" eaLnBrk="1" hangingPunct="1"/>
            <a:r>
              <a:rPr lang="zh-TW" altLang="en-US" sz="3000" dirty="0">
                <a:latin typeface="標楷體" panose="03000509000000000000" pitchFamily="65" charset="-120"/>
                <a:ea typeface="標楷體" panose="03000509000000000000" pitchFamily="65" charset="-120"/>
              </a:rPr>
              <a:t>而實驗最後所得之用於垃圾回收物分類的預測模型之辨識率也高達 </a:t>
            </a:r>
            <a:r>
              <a:rPr lang="en-US" altLang="zh-TW" sz="3000" dirty="0">
                <a:latin typeface="標楷體" panose="03000509000000000000" pitchFamily="65" charset="-120"/>
                <a:ea typeface="標楷體" panose="03000509000000000000" pitchFamily="65" charset="-120"/>
              </a:rPr>
              <a:t>93%</a:t>
            </a:r>
            <a:r>
              <a:rPr lang="zh-TW" altLang="en-US" sz="3000" dirty="0">
                <a:latin typeface="標楷體" panose="03000509000000000000" pitchFamily="65" charset="-120"/>
                <a:ea typeface="標楷體" panose="03000509000000000000" pitchFamily="65" charset="-120"/>
              </a:rPr>
              <a:t>，其分類的結果在本研究之四個類別，紙類、寶特瓶類、鋁箔包類以及鋁罐類表現良好，各個材質所對應之垃圾回收物幾乎沒有參雜到其他類的材質，顯示了該預測模型極具成效。</a:t>
            </a:r>
            <a:endParaRPr lang="en-US" altLang="zh-TW" sz="3000" dirty="0">
              <a:latin typeface="標楷體" panose="03000509000000000000" pitchFamily="65" charset="-120"/>
              <a:ea typeface="標楷體" panose="03000509000000000000" pitchFamily="65" charset="-120"/>
            </a:endParaRPr>
          </a:p>
          <a:p>
            <a:pPr algn="just" eaLnBrk="1" hangingPunct="1"/>
            <a:r>
              <a:rPr lang="zh-TW" altLang="en-US" sz="3000" dirty="0">
                <a:latin typeface="標楷體" panose="03000509000000000000" pitchFamily="65" charset="-120"/>
                <a:ea typeface="標楷體" panose="03000509000000000000" pitchFamily="65" charset="-120"/>
              </a:rPr>
              <a:t>本研究也設計了一個基於上述演算法的智慧分類垃圾桶，在使用者將回收物投入垃圾桶後，該垃圾桶便能依據辨識結果將垃圾自動分類至指定區域，同時也設計了一個網頁可以即時監控垃圾桶的當前容量，當垃圾桶容量快滿時能自動發送通知給工作人員來及時清理垃圾桶。</a:t>
            </a:r>
          </a:p>
          <a:p>
            <a:pPr algn="just" eaLnBrk="1" hangingPunct="1"/>
            <a:endParaRPr lang="zh-TW" altLang="en-US" sz="3000" dirty="0">
              <a:latin typeface="標楷體" panose="03000509000000000000" pitchFamily="65" charset="-120"/>
              <a:ea typeface="標楷體" panose="03000509000000000000" pitchFamily="65" charset="-120"/>
            </a:endParaRPr>
          </a:p>
        </p:txBody>
      </p:sp>
      <p:pic>
        <p:nvPicPr>
          <p:cNvPr id="10320" name="Picture 80">
            <a:extLst>
              <a:ext uri="{FF2B5EF4-FFF2-40B4-BE49-F238E27FC236}">
                <a16:creationId xmlns:a16="http://schemas.microsoft.com/office/drawing/2014/main" id="{132AE35B-8068-FF00-65BD-0FD5B3C30B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9402" y="12584612"/>
            <a:ext cx="8752332" cy="8063946"/>
          </a:xfrm>
          <a:prstGeom prst="rect">
            <a:avLst/>
          </a:prstGeom>
          <a:noFill/>
          <a:extLst>
            <a:ext uri="{909E8E84-426E-40DD-AFC4-6F175D3DCCD1}">
              <a14:hiddenFill xmlns:a14="http://schemas.microsoft.com/office/drawing/2010/main">
                <a:solidFill>
                  <a:srgbClr val="FFFFFF"/>
                </a:solidFill>
              </a14:hiddenFill>
            </a:ext>
          </a:extLst>
        </p:spPr>
      </p:pic>
      <p:pic>
        <p:nvPicPr>
          <p:cNvPr id="10324" name="Picture 84">
            <a:extLst>
              <a:ext uri="{FF2B5EF4-FFF2-40B4-BE49-F238E27FC236}">
                <a16:creationId xmlns:a16="http://schemas.microsoft.com/office/drawing/2014/main" id="{1F72F417-DB06-F09E-4390-F8783E56D8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69806" y="8412596"/>
            <a:ext cx="6933508" cy="3366889"/>
          </a:xfrm>
          <a:prstGeom prst="rect">
            <a:avLst/>
          </a:prstGeom>
          <a:noFill/>
          <a:extLst>
            <a:ext uri="{909E8E84-426E-40DD-AFC4-6F175D3DCCD1}">
              <a14:hiddenFill xmlns:a14="http://schemas.microsoft.com/office/drawing/2010/main">
                <a:solidFill>
                  <a:srgbClr val="FFFFFF"/>
                </a:solidFill>
              </a14:hiddenFill>
            </a:ext>
          </a:extLst>
        </p:spPr>
      </p:pic>
      <p:sp>
        <p:nvSpPr>
          <p:cNvPr id="68" name="文字方塊 134">
            <a:extLst>
              <a:ext uri="{FF2B5EF4-FFF2-40B4-BE49-F238E27FC236}">
                <a16:creationId xmlns:a16="http://schemas.microsoft.com/office/drawing/2014/main" id="{39776488-6388-F6B3-54F0-92E3281842C6}"/>
              </a:ext>
            </a:extLst>
          </p:cNvPr>
          <p:cNvSpPr txBox="1">
            <a:spLocks noChangeArrowheads="1"/>
          </p:cNvSpPr>
          <p:nvPr/>
        </p:nvSpPr>
        <p:spPr bwMode="auto">
          <a:xfrm>
            <a:off x="11140453" y="12461311"/>
            <a:ext cx="95345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RNN</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架構圖</a:t>
            </a:r>
          </a:p>
        </p:txBody>
      </p:sp>
      <p:sp>
        <p:nvSpPr>
          <p:cNvPr id="25" name="文字方塊 134">
            <a:extLst>
              <a:ext uri="{FF2B5EF4-FFF2-40B4-BE49-F238E27FC236}">
                <a16:creationId xmlns:a16="http://schemas.microsoft.com/office/drawing/2014/main" id="{4A8C217C-2C5C-0179-DCD5-63540D9AD05D}"/>
              </a:ext>
            </a:extLst>
          </p:cNvPr>
          <p:cNvSpPr txBox="1">
            <a:spLocks noChangeArrowheads="1"/>
          </p:cNvSpPr>
          <p:nvPr/>
        </p:nvSpPr>
        <p:spPr bwMode="auto">
          <a:xfrm>
            <a:off x="11089153" y="7343973"/>
            <a:ext cx="95345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梅爾倒頻譜</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(MFCCS)</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取得步驟</a:t>
            </a:r>
          </a:p>
        </p:txBody>
      </p:sp>
      <p:pic>
        <p:nvPicPr>
          <p:cNvPr id="3" name="圖片 2">
            <a:extLst>
              <a:ext uri="{FF2B5EF4-FFF2-40B4-BE49-F238E27FC236}">
                <a16:creationId xmlns:a16="http://schemas.microsoft.com/office/drawing/2014/main" id="{1C5106DE-E174-044F-9B8B-F634EECFE172}"/>
              </a:ext>
            </a:extLst>
          </p:cNvPr>
          <p:cNvPicPr>
            <a:picLocks noChangeAspect="1"/>
          </p:cNvPicPr>
          <p:nvPr/>
        </p:nvPicPr>
        <p:blipFill>
          <a:blip r:embed="rId4"/>
          <a:stretch>
            <a:fillRect/>
          </a:stretch>
        </p:blipFill>
        <p:spPr>
          <a:xfrm>
            <a:off x="11527880" y="4392981"/>
            <a:ext cx="8657070" cy="2347163"/>
          </a:xfrm>
          <a:prstGeom prst="rect">
            <a:avLst/>
          </a:prstGeom>
        </p:spPr>
      </p:pic>
    </p:spTree>
  </p:cSld>
  <p:clrMapOvr>
    <a:masterClrMapping/>
  </p:clrMapOvr>
</p:sld>
</file>

<file path=ppt/theme/theme1.xml><?xml version="1.0" encoding="utf-8"?>
<a:theme xmlns:a="http://schemas.openxmlformats.org/drawingml/2006/main" name="回顧">
  <a:themeElements>
    <a:clrScheme name="回顧">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回顧">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顧">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Retrospect</Template>
  <TotalTime>9508</TotalTime>
  <Words>958</Words>
  <Application>Microsoft Office PowerPoint</Application>
  <PresentationFormat>Custom</PresentationFormat>
  <Paragraphs>27</Paragraphs>
  <Slides>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 Unicode MS</vt:lpstr>
      <vt:lpstr>標楷體</vt:lpstr>
      <vt:lpstr>新細明體</vt:lpstr>
      <vt:lpstr>Arial</vt:lpstr>
      <vt:lpstr>Calibri</vt:lpstr>
      <vt:lpstr>Calibri Light</vt:lpstr>
      <vt:lpstr>Times New Roman</vt:lpstr>
      <vt:lpstr>Wingdings</vt:lpstr>
      <vt:lpstr>回顧</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Mintzu</dc:creator>
  <cp:lastModifiedBy>Sevendi Eldrige Rifki Poluan</cp:lastModifiedBy>
  <cp:revision>67</cp:revision>
  <dcterms:created xsi:type="dcterms:W3CDTF">2012-06-26T09:18:20Z</dcterms:created>
  <dcterms:modified xsi:type="dcterms:W3CDTF">2022-11-22T14:21:13Z</dcterms:modified>
</cp:coreProperties>
</file>